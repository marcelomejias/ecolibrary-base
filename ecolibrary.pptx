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FFD1"/>
    <a:srgbClr val="4AC073"/>
    <a:srgbClr val="FFFFFF"/>
    <a:srgbClr val="EF0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>
        <p:scale>
          <a:sx n="237" d="100"/>
          <a:sy n="237" d="100"/>
        </p:scale>
        <p:origin x="-3096" y="-1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E7245-5502-BBD7-C534-9CD9F7C0B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25B73A-ED9E-AE5C-51C0-47A4428F1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8E05E1-2533-8819-B756-167C3DDE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87EFDB-CFEE-4E50-7DAB-F10DFAEC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4D7C8D-286E-488A-6B89-D52283A8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921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BAF8A-7DAC-F188-AD1D-52CB9EF8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8F589-4ECB-2A67-5575-3A678717A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360DC4-3F5C-9E42-5755-EB85BA1F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340A4-32EB-8A6E-92F7-AF0B62E5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B55F10-1ED5-4E8C-38F2-A70FF7A86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032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EE303-A2A4-BB42-3104-45E4AA137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DFA2DB-7A9E-D830-BE52-5FD256A7F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2B907-4B05-612A-8CF7-9EABDDAD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869203-5EB9-399C-2CE4-9A7853DB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037918-1DAA-1B16-E32E-82A3B3CCA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50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06D08-3406-0BF5-1E9A-6DB2F24E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93888D-321F-F6A6-1DE9-EA658DBBF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797880-F195-F42A-1062-1A815F837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399DA4-9923-99B0-62DE-4FD26A45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8D2DD5-447E-8319-5EFE-60AFAD510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61B4C7-F383-2493-9B8D-E97E522C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4660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D4A86-A629-9428-6163-1460123F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067C5B-61C9-FB3B-95CA-7F55C2E56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944B01-159A-C880-7E0F-D88F547C5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83D676-EEC5-E599-FFCC-3CFA26337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A0C413-F3EA-7D67-5388-73631B7E1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560B83-3201-E685-FCF7-D2B884F3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458391-D307-4819-1BC6-84900502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6702AA-365D-7866-9019-FC17D5FB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625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FE3BA-A450-8A50-402E-1015158E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0F691B-3A5B-C8B8-C297-3253731F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5F69FEF-3397-B0D1-9FAE-27B28EC6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E7CEB7-B0FD-C78F-EE64-3F338648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537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07F09C-803D-CD98-B443-C364A84D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13FA2C-407A-E674-5F89-5741B1EA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1CF681-A2D2-E272-5AB0-EF0CD24D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7243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1BEFB-2A24-7568-D334-D4E5D0CB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EED06B-D50D-7BEB-D879-E4821FD0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4F3FAF-B708-EEC4-DF9B-F22E6FCE7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11FEDA-5D39-FD72-C133-8D0B24CD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7B5F2A-C76F-547F-D601-77EB6D20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CC9AE6-E86B-19AD-B6DB-3690321E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792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D68B2-75F3-EF21-6838-70F7F7B6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6EFC027-21FD-87B0-7A80-101BCE75C7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CF6155-29F7-11E5-B143-2A8062431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4C7605-10AC-E351-35E1-146A7E25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8B4084-7C01-5F5F-E8B3-D5FB2AB2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255661-6EC9-577E-EED9-87F71E0D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311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8947F-600E-05EC-BBED-D0B0A238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B783D9-5365-FC9A-541B-2FB848761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C48333-4EA8-C1C2-FB53-80CCB5BA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E8E9A6-5E86-AEEB-F427-B3F57819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1E049E-42AD-6D88-29B2-915F8EF1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985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EB5B5F-73B6-A6F2-1856-E055968CA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1627AB-FE42-D900-808E-F49BDED03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68B7AA-67D6-0165-D77C-B2A6D1F8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DA8770-0A4E-80FF-CA36-DB3E63B0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54D4B3-2F7F-45C9-6AC5-1E388CA3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90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85830D-3566-AD10-E6A9-7EF3A7E9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70FA41-919A-0285-F253-BE6E28D8B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87564B-799C-66AF-2276-834E5CC68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0AEBB-4F7A-9042-B691-C35D959EAC8A}" type="datetimeFigureOut">
              <a:rPr lang="es-CL" smtClean="0"/>
              <a:t>25-11-25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3CBEE8-1EF5-CC08-45FA-DADDE866E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3A080-D026-41A2-78ED-B236E500B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B9D3F-D2D7-0A4E-93C8-EA095D6DFB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335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00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upo 65">
            <a:extLst>
              <a:ext uri="{FF2B5EF4-FFF2-40B4-BE49-F238E27FC236}">
                <a16:creationId xmlns:a16="http://schemas.microsoft.com/office/drawing/2014/main" id="{0D7B4002-7AD9-BE3C-7EF2-AE39E925BB97}"/>
              </a:ext>
            </a:extLst>
          </p:cNvPr>
          <p:cNvGrpSpPr/>
          <p:nvPr/>
        </p:nvGrpSpPr>
        <p:grpSpPr>
          <a:xfrm>
            <a:off x="2811796" y="2631159"/>
            <a:ext cx="3202304" cy="1075106"/>
            <a:chOff x="2811796" y="2631159"/>
            <a:chExt cx="3202304" cy="1075106"/>
          </a:xfrm>
        </p:grpSpPr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1EC6ECA4-18A0-08CD-6A30-31FCFA833CFD}"/>
                </a:ext>
              </a:extLst>
            </p:cNvPr>
            <p:cNvSpPr/>
            <p:nvPr/>
          </p:nvSpPr>
          <p:spPr>
            <a:xfrm>
              <a:off x="5800607" y="2977083"/>
              <a:ext cx="33257" cy="52701"/>
            </a:xfrm>
            <a:custGeom>
              <a:avLst/>
              <a:gdLst>
                <a:gd name="csX0" fmla="*/ 4 w 33257"/>
                <a:gd name="csY0" fmla="*/ 35720 h 52701"/>
                <a:gd name="csX1" fmla="*/ 16276 w 33257"/>
                <a:gd name="csY1" fmla="*/ 52697 h 52701"/>
                <a:gd name="csX2" fmla="*/ 33254 w 33257"/>
                <a:gd name="csY2" fmla="*/ 36425 h 52701"/>
                <a:gd name="csX3" fmla="*/ 33254 w 33257"/>
                <a:gd name="csY3" fmla="*/ 35720 h 52701"/>
                <a:gd name="csX4" fmla="*/ 16625 w 33257"/>
                <a:gd name="csY4" fmla="*/ 0 h 52701"/>
                <a:gd name="csX5" fmla="*/ 4 w 33257"/>
                <a:gd name="csY5" fmla="*/ 35720 h 52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3257" h="52701">
                  <a:moveTo>
                    <a:pt x="4" y="35720"/>
                  </a:moveTo>
                  <a:cubicBezTo>
                    <a:pt x="-191" y="44901"/>
                    <a:pt x="7095" y="52503"/>
                    <a:pt x="16276" y="52697"/>
                  </a:cubicBezTo>
                  <a:cubicBezTo>
                    <a:pt x="25458" y="52893"/>
                    <a:pt x="33059" y="45607"/>
                    <a:pt x="33254" y="36425"/>
                  </a:cubicBezTo>
                  <a:cubicBezTo>
                    <a:pt x="33259" y="36190"/>
                    <a:pt x="33259" y="35955"/>
                    <a:pt x="33254" y="35720"/>
                  </a:cubicBezTo>
                  <a:cubicBezTo>
                    <a:pt x="33254" y="24674"/>
                    <a:pt x="16625" y="0"/>
                    <a:pt x="16625" y="0"/>
                  </a:cubicBezTo>
                  <a:cubicBezTo>
                    <a:pt x="16625" y="0"/>
                    <a:pt x="4" y="24606"/>
                    <a:pt x="4" y="35720"/>
                  </a:cubicBezTo>
                  <a:close/>
                </a:path>
              </a:pathLst>
            </a:custGeom>
            <a:solidFill>
              <a:schemeClr val="bg1"/>
            </a:solidFill>
            <a:ln w="7441" cap="flat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38ED9C1E-4683-E9D6-A9DB-C69829348B84}"/>
                </a:ext>
              </a:extLst>
            </p:cNvPr>
            <p:cNvSpPr/>
            <p:nvPr/>
          </p:nvSpPr>
          <p:spPr>
            <a:xfrm>
              <a:off x="5746346" y="3021708"/>
              <a:ext cx="33257" cy="52355"/>
            </a:xfrm>
            <a:custGeom>
              <a:avLst/>
              <a:gdLst>
                <a:gd name="csX0" fmla="*/ 16629 w 33257"/>
                <a:gd name="csY0" fmla="*/ 52356 h 52355"/>
                <a:gd name="csX1" fmla="*/ 33258 w 33257"/>
                <a:gd name="csY1" fmla="*/ 35727 h 52355"/>
                <a:gd name="csX2" fmla="*/ 33258 w 33257"/>
                <a:gd name="csY2" fmla="*/ 35712 h 52355"/>
                <a:gd name="csX3" fmla="*/ 16629 w 33257"/>
                <a:gd name="csY3" fmla="*/ 0 h 52355"/>
                <a:gd name="csX4" fmla="*/ 0 w 33257"/>
                <a:gd name="csY4" fmla="*/ 35712 h 52355"/>
                <a:gd name="csX5" fmla="*/ 16614 w 33257"/>
                <a:gd name="csY5" fmla="*/ 52356 h 52355"/>
                <a:gd name="csX6" fmla="*/ 16629 w 33257"/>
                <a:gd name="csY6" fmla="*/ 52356 h 52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257" h="52355">
                  <a:moveTo>
                    <a:pt x="16629" y="52356"/>
                  </a:moveTo>
                  <a:cubicBezTo>
                    <a:pt x="25813" y="52356"/>
                    <a:pt x="33258" y="44911"/>
                    <a:pt x="33258" y="35727"/>
                  </a:cubicBezTo>
                  <a:cubicBezTo>
                    <a:pt x="33258" y="35722"/>
                    <a:pt x="33258" y="35717"/>
                    <a:pt x="33258" y="35712"/>
                  </a:cubicBezTo>
                  <a:cubicBezTo>
                    <a:pt x="33258" y="24674"/>
                    <a:pt x="16629" y="0"/>
                    <a:pt x="16629" y="0"/>
                  </a:cubicBezTo>
                  <a:cubicBezTo>
                    <a:pt x="16629" y="0"/>
                    <a:pt x="0" y="24606"/>
                    <a:pt x="0" y="35712"/>
                  </a:cubicBezTo>
                  <a:cubicBezTo>
                    <a:pt x="-8" y="44896"/>
                    <a:pt x="7430" y="52348"/>
                    <a:pt x="16614" y="52356"/>
                  </a:cubicBezTo>
                  <a:cubicBezTo>
                    <a:pt x="16619" y="52356"/>
                    <a:pt x="16624" y="52356"/>
                    <a:pt x="16629" y="52356"/>
                  </a:cubicBezTo>
                  <a:close/>
                </a:path>
              </a:pathLst>
            </a:custGeom>
            <a:solidFill>
              <a:schemeClr val="bg1"/>
            </a:solidFill>
            <a:ln w="7441" cap="flat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30A60D15-E526-7BC3-8C6F-CD2AAEDD1BE5}"/>
                </a:ext>
              </a:extLst>
            </p:cNvPr>
            <p:cNvSpPr/>
            <p:nvPr/>
          </p:nvSpPr>
          <p:spPr>
            <a:xfrm>
              <a:off x="5842035" y="3045813"/>
              <a:ext cx="33267" cy="53209"/>
            </a:xfrm>
            <a:custGeom>
              <a:avLst/>
              <a:gdLst>
                <a:gd name="csX0" fmla="*/ 16634 w 33267"/>
                <a:gd name="csY0" fmla="*/ 53209 h 53209"/>
                <a:gd name="csX1" fmla="*/ 33262 w 33267"/>
                <a:gd name="csY1" fmla="*/ 35720 h 53209"/>
                <a:gd name="csX2" fmla="*/ 16634 w 33267"/>
                <a:gd name="csY2" fmla="*/ 0 h 53209"/>
                <a:gd name="csX3" fmla="*/ 5 w 33267"/>
                <a:gd name="csY3" fmla="*/ 35720 h 53209"/>
                <a:gd name="csX4" fmla="*/ 16634 w 33267"/>
                <a:gd name="csY4" fmla="*/ 53209 h 53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67" h="53209">
                  <a:moveTo>
                    <a:pt x="16634" y="53209"/>
                  </a:moveTo>
                  <a:cubicBezTo>
                    <a:pt x="26048" y="52956"/>
                    <a:pt x="33485" y="45135"/>
                    <a:pt x="33262" y="35720"/>
                  </a:cubicBezTo>
                  <a:cubicBezTo>
                    <a:pt x="33262" y="24674"/>
                    <a:pt x="16634" y="0"/>
                    <a:pt x="16634" y="0"/>
                  </a:cubicBezTo>
                  <a:cubicBezTo>
                    <a:pt x="16634" y="0"/>
                    <a:pt x="5" y="24614"/>
                    <a:pt x="5" y="35720"/>
                  </a:cubicBezTo>
                  <a:cubicBezTo>
                    <a:pt x="-217" y="45135"/>
                    <a:pt x="7219" y="52956"/>
                    <a:pt x="16634" y="53209"/>
                  </a:cubicBezTo>
                  <a:close/>
                </a:path>
              </a:pathLst>
            </a:custGeom>
            <a:solidFill>
              <a:schemeClr val="bg1"/>
            </a:solidFill>
            <a:ln w="7441" cap="flat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758E82F2-B3E0-3A9A-92B1-56EE7CCF1CFA}"/>
                </a:ext>
              </a:extLst>
            </p:cNvPr>
            <p:cNvSpPr/>
            <p:nvPr/>
          </p:nvSpPr>
          <p:spPr>
            <a:xfrm>
              <a:off x="5383753" y="2631159"/>
              <a:ext cx="442406" cy="362685"/>
            </a:xfrm>
            <a:custGeom>
              <a:avLst/>
              <a:gdLst>
                <a:gd name="csX0" fmla="*/ 415802 w 442406"/>
                <a:gd name="csY0" fmla="*/ 320277 h 362685"/>
                <a:gd name="csX1" fmla="*/ 429547 w 442406"/>
                <a:gd name="csY1" fmla="*/ 333129 h 362685"/>
                <a:gd name="csX2" fmla="*/ 442406 w 442406"/>
                <a:gd name="csY2" fmla="*/ 319813 h 362685"/>
                <a:gd name="csX3" fmla="*/ 442406 w 442406"/>
                <a:gd name="csY3" fmla="*/ 262742 h 362685"/>
                <a:gd name="csX4" fmla="*/ 429074 w 442406"/>
                <a:gd name="csY4" fmla="*/ 249462 h 362685"/>
                <a:gd name="csX5" fmla="*/ 415794 w 442406"/>
                <a:gd name="csY5" fmla="*/ 262794 h 362685"/>
                <a:gd name="csX6" fmla="*/ 415802 w 442406"/>
                <a:gd name="csY6" fmla="*/ 263214 h 362685"/>
                <a:gd name="csX7" fmla="*/ 415001 w 442406"/>
                <a:gd name="csY7" fmla="*/ 278705 h 362685"/>
                <a:gd name="csX8" fmla="*/ 229765 w 442406"/>
                <a:gd name="csY8" fmla="*/ 278705 h 362685"/>
                <a:gd name="csX9" fmla="*/ 286027 w 442406"/>
                <a:gd name="csY9" fmla="*/ 222442 h 362685"/>
                <a:gd name="csX10" fmla="*/ 288093 w 442406"/>
                <a:gd name="csY10" fmla="*/ 219651 h 362685"/>
                <a:gd name="csX11" fmla="*/ 274006 w 442406"/>
                <a:gd name="csY11" fmla="*/ 32163 h 362685"/>
                <a:gd name="csX12" fmla="*/ 86518 w 442406"/>
                <a:gd name="csY12" fmla="*/ 46249 h 362685"/>
                <a:gd name="csX13" fmla="*/ 57108 w 442406"/>
                <a:gd name="csY13" fmla="*/ 159856 h 362685"/>
                <a:gd name="csX14" fmla="*/ 3899 w 442406"/>
                <a:gd name="csY14" fmla="*/ 213065 h 362685"/>
                <a:gd name="csX15" fmla="*/ 3895 w 442406"/>
                <a:gd name="csY15" fmla="*/ 231883 h 362685"/>
                <a:gd name="csX16" fmla="*/ 3899 w 442406"/>
                <a:gd name="csY16" fmla="*/ 231887 h 362685"/>
                <a:gd name="csX17" fmla="*/ 131077 w 442406"/>
                <a:gd name="csY17" fmla="*/ 358780 h 362685"/>
                <a:gd name="csX18" fmla="*/ 149873 w 442406"/>
                <a:gd name="csY18" fmla="*/ 358806 h 362685"/>
                <a:gd name="csX19" fmla="*/ 149899 w 442406"/>
                <a:gd name="csY19" fmla="*/ 358780 h 362685"/>
                <a:gd name="csX20" fmla="*/ 173442 w 442406"/>
                <a:gd name="csY20" fmla="*/ 335237 h 362685"/>
                <a:gd name="csX21" fmla="*/ 415802 w 442406"/>
                <a:gd name="csY21" fmla="*/ 307307 h 362685"/>
                <a:gd name="csX22" fmla="*/ 159111 w 442406"/>
                <a:gd name="csY22" fmla="*/ 76660 h 362685"/>
                <a:gd name="csX23" fmla="*/ 140315 w 442406"/>
                <a:gd name="csY23" fmla="*/ 76634 h 362685"/>
                <a:gd name="csX24" fmla="*/ 140290 w 442406"/>
                <a:gd name="csY24" fmla="*/ 76660 h 362685"/>
                <a:gd name="csX25" fmla="*/ 81094 w 442406"/>
                <a:gd name="csY25" fmla="*/ 135848 h 362685"/>
                <a:gd name="csX26" fmla="*/ 184388 w 442406"/>
                <a:gd name="csY26" fmla="*/ 26410 h 362685"/>
                <a:gd name="csX27" fmla="*/ 293826 w 442406"/>
                <a:gd name="csY27" fmla="*/ 129704 h 362685"/>
                <a:gd name="csX28" fmla="*/ 275296 w 442406"/>
                <a:gd name="csY28" fmla="*/ 192844 h 3626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442406" h="362685">
                  <a:moveTo>
                    <a:pt x="415802" y="320277"/>
                  </a:moveTo>
                  <a:cubicBezTo>
                    <a:pt x="416048" y="327621"/>
                    <a:pt x="422202" y="333375"/>
                    <a:pt x="429547" y="333129"/>
                  </a:cubicBezTo>
                  <a:cubicBezTo>
                    <a:pt x="436725" y="332889"/>
                    <a:pt x="442416" y="326995"/>
                    <a:pt x="442406" y="319813"/>
                  </a:cubicBezTo>
                  <a:lnTo>
                    <a:pt x="442406" y="262742"/>
                  </a:lnTo>
                  <a:cubicBezTo>
                    <a:pt x="442392" y="255393"/>
                    <a:pt x="436423" y="249448"/>
                    <a:pt x="429074" y="249462"/>
                  </a:cubicBezTo>
                  <a:cubicBezTo>
                    <a:pt x="421726" y="249476"/>
                    <a:pt x="415780" y="255445"/>
                    <a:pt x="415794" y="262794"/>
                  </a:cubicBezTo>
                  <a:cubicBezTo>
                    <a:pt x="415794" y="262934"/>
                    <a:pt x="415797" y="263074"/>
                    <a:pt x="415802" y="263214"/>
                  </a:cubicBezTo>
                  <a:lnTo>
                    <a:pt x="415001" y="278705"/>
                  </a:lnTo>
                  <a:lnTo>
                    <a:pt x="229765" y="278705"/>
                  </a:lnTo>
                  <a:lnTo>
                    <a:pt x="286027" y="222442"/>
                  </a:lnTo>
                  <a:cubicBezTo>
                    <a:pt x="286833" y="221605"/>
                    <a:pt x="287528" y="220666"/>
                    <a:pt x="288093" y="219651"/>
                  </a:cubicBezTo>
                  <a:cubicBezTo>
                    <a:pt x="335976" y="163987"/>
                    <a:pt x="329669" y="80046"/>
                    <a:pt x="274006" y="32163"/>
                  </a:cubicBezTo>
                  <a:cubicBezTo>
                    <a:pt x="218342" y="-15721"/>
                    <a:pt x="134401" y="-9414"/>
                    <a:pt x="86518" y="46249"/>
                  </a:cubicBezTo>
                  <a:cubicBezTo>
                    <a:pt x="59627" y="77509"/>
                    <a:pt x="48763" y="119476"/>
                    <a:pt x="57108" y="159856"/>
                  </a:cubicBezTo>
                  <a:lnTo>
                    <a:pt x="3899" y="213065"/>
                  </a:lnTo>
                  <a:cubicBezTo>
                    <a:pt x="-1298" y="218260"/>
                    <a:pt x="-1300" y="226686"/>
                    <a:pt x="3895" y="231883"/>
                  </a:cubicBezTo>
                  <a:cubicBezTo>
                    <a:pt x="3897" y="231884"/>
                    <a:pt x="3898" y="231885"/>
                    <a:pt x="3899" y="231887"/>
                  </a:cubicBezTo>
                  <a:lnTo>
                    <a:pt x="131077" y="358780"/>
                  </a:lnTo>
                  <a:cubicBezTo>
                    <a:pt x="136260" y="363978"/>
                    <a:pt x="144676" y="363989"/>
                    <a:pt x="149873" y="358806"/>
                  </a:cubicBezTo>
                  <a:cubicBezTo>
                    <a:pt x="149882" y="358797"/>
                    <a:pt x="149890" y="358789"/>
                    <a:pt x="149899" y="358780"/>
                  </a:cubicBezTo>
                  <a:lnTo>
                    <a:pt x="173442" y="335237"/>
                  </a:lnTo>
                  <a:lnTo>
                    <a:pt x="415802" y="307307"/>
                  </a:lnTo>
                  <a:close/>
                  <a:moveTo>
                    <a:pt x="159111" y="76660"/>
                  </a:moveTo>
                  <a:cubicBezTo>
                    <a:pt x="153928" y="71462"/>
                    <a:pt x="145512" y="71451"/>
                    <a:pt x="140315" y="76634"/>
                  </a:cubicBezTo>
                  <a:cubicBezTo>
                    <a:pt x="140306" y="76643"/>
                    <a:pt x="140298" y="76652"/>
                    <a:pt x="140290" y="76660"/>
                  </a:cubicBezTo>
                  <a:lnTo>
                    <a:pt x="81094" y="135848"/>
                  </a:lnTo>
                  <a:cubicBezTo>
                    <a:pt x="79397" y="77104"/>
                    <a:pt x="125643" y="28107"/>
                    <a:pt x="184388" y="26410"/>
                  </a:cubicBezTo>
                  <a:cubicBezTo>
                    <a:pt x="243132" y="24714"/>
                    <a:pt x="292129" y="70960"/>
                    <a:pt x="293826" y="129704"/>
                  </a:cubicBezTo>
                  <a:cubicBezTo>
                    <a:pt x="294476" y="152180"/>
                    <a:pt x="287988" y="174284"/>
                    <a:pt x="275296" y="192844"/>
                  </a:cubicBezTo>
                  <a:close/>
                </a:path>
              </a:pathLst>
            </a:custGeom>
            <a:solidFill>
              <a:schemeClr val="bg1"/>
            </a:solidFill>
            <a:ln w="7441" cap="flat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Forma libre 63">
              <a:extLst>
                <a:ext uri="{FF2B5EF4-FFF2-40B4-BE49-F238E27FC236}">
                  <a16:creationId xmlns:a16="http://schemas.microsoft.com/office/drawing/2014/main" id="{E959C97D-BBCC-D447-FB74-4250355EC999}"/>
                </a:ext>
              </a:extLst>
            </p:cNvPr>
            <p:cNvSpPr/>
            <p:nvPr/>
          </p:nvSpPr>
          <p:spPr>
            <a:xfrm>
              <a:off x="5745980" y="3069053"/>
              <a:ext cx="251485" cy="375236"/>
            </a:xfrm>
            <a:custGeom>
              <a:avLst/>
              <a:gdLst>
                <a:gd name="csX0" fmla="*/ 241237 w 251485"/>
                <a:gd name="csY0" fmla="*/ 118 h 375236"/>
                <a:gd name="csX1" fmla="*/ 250666 w 251485"/>
                <a:gd name="csY1" fmla="*/ 812 h 375236"/>
                <a:gd name="csX2" fmla="*/ 227527 w 251485"/>
                <a:gd name="csY2" fmla="*/ 88731 h 375236"/>
                <a:gd name="csX3" fmla="*/ 153199 w 251485"/>
                <a:gd name="csY3" fmla="*/ 112678 h 375236"/>
                <a:gd name="csX4" fmla="*/ 131496 w 251485"/>
                <a:gd name="csY4" fmla="*/ 138370 h 375236"/>
                <a:gd name="csX5" fmla="*/ 126093 w 251485"/>
                <a:gd name="csY5" fmla="*/ 161682 h 375236"/>
                <a:gd name="csX6" fmla="*/ 126654 w 251485"/>
                <a:gd name="csY6" fmla="*/ 190756 h 375236"/>
                <a:gd name="csX7" fmla="*/ 131848 w 251485"/>
                <a:gd name="csY7" fmla="*/ 189484 h 375236"/>
                <a:gd name="csX8" fmla="*/ 138583 w 251485"/>
                <a:gd name="csY8" fmla="*/ 189139 h 375236"/>
                <a:gd name="csX9" fmla="*/ 185483 w 251485"/>
                <a:gd name="csY9" fmla="*/ 207744 h 375236"/>
                <a:gd name="csX10" fmla="*/ 215422 w 251485"/>
                <a:gd name="csY10" fmla="*/ 217463 h 375236"/>
                <a:gd name="csX11" fmla="*/ 224727 w 251485"/>
                <a:gd name="csY11" fmla="*/ 226597 h 375236"/>
                <a:gd name="csX12" fmla="*/ 229371 w 251485"/>
                <a:gd name="csY12" fmla="*/ 226597 h 375236"/>
                <a:gd name="csX13" fmla="*/ 229371 w 251485"/>
                <a:gd name="csY13" fmla="*/ 231156 h 375236"/>
                <a:gd name="csX14" fmla="*/ 237884 w 251485"/>
                <a:gd name="csY14" fmla="*/ 239512 h 375236"/>
                <a:gd name="csX15" fmla="*/ 229371 w 251485"/>
                <a:gd name="csY15" fmla="*/ 239512 h 375236"/>
                <a:gd name="csX16" fmla="*/ 229371 w 251485"/>
                <a:gd name="csY16" fmla="*/ 375236 h 375236"/>
                <a:gd name="csX17" fmla="*/ 771 w 251485"/>
                <a:gd name="csY17" fmla="*/ 375236 h 375236"/>
                <a:gd name="csX18" fmla="*/ 771 w 251485"/>
                <a:gd name="csY18" fmla="*/ 239512 h 375236"/>
                <a:gd name="csX19" fmla="*/ 0 w 251485"/>
                <a:gd name="csY19" fmla="*/ 239512 h 375236"/>
                <a:gd name="csX20" fmla="*/ 771 w 251485"/>
                <a:gd name="csY20" fmla="*/ 238553 h 375236"/>
                <a:gd name="csX21" fmla="*/ 771 w 251485"/>
                <a:gd name="csY21" fmla="*/ 226597 h 375236"/>
                <a:gd name="csX22" fmla="*/ 10381 w 251485"/>
                <a:gd name="csY22" fmla="*/ 226597 h 375236"/>
                <a:gd name="csX23" fmla="*/ 16566 w 251485"/>
                <a:gd name="csY23" fmla="*/ 218902 h 375236"/>
                <a:gd name="csX24" fmla="*/ 89849 w 251485"/>
                <a:gd name="csY24" fmla="*/ 209398 h 375236"/>
                <a:gd name="csX25" fmla="*/ 107017 w 251485"/>
                <a:gd name="csY25" fmla="*/ 196855 h 375236"/>
                <a:gd name="csX26" fmla="*/ 107017 w 251485"/>
                <a:gd name="csY26" fmla="*/ 161682 h 375236"/>
                <a:gd name="csX27" fmla="*/ 106231 w 251485"/>
                <a:gd name="csY27" fmla="*/ 153105 h 375236"/>
                <a:gd name="csX28" fmla="*/ 96263 w 251485"/>
                <a:gd name="csY28" fmla="*/ 134396 h 375236"/>
                <a:gd name="csX29" fmla="*/ 38444 w 251485"/>
                <a:gd name="csY29" fmla="*/ 114684 h 375236"/>
                <a:gd name="csX30" fmla="*/ 19390 w 251485"/>
                <a:gd name="csY30" fmla="*/ 42287 h 375236"/>
                <a:gd name="csX31" fmla="*/ 91795 w 251485"/>
                <a:gd name="csY31" fmla="*/ 61340 h 375236"/>
                <a:gd name="csX32" fmla="*/ 111485 w 251485"/>
                <a:gd name="csY32" fmla="*/ 123792 h 375236"/>
                <a:gd name="csX33" fmla="*/ 115406 w 251485"/>
                <a:gd name="csY33" fmla="*/ 129240 h 375236"/>
                <a:gd name="csX34" fmla="*/ 138815 w 251485"/>
                <a:gd name="csY34" fmla="*/ 100053 h 375236"/>
                <a:gd name="csX35" fmla="*/ 162718 w 251485"/>
                <a:gd name="csY35" fmla="*/ 23982 h 375236"/>
                <a:gd name="csX36" fmla="*/ 241237 w 251485"/>
                <a:gd name="csY36" fmla="*/ 118 h 375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51485" h="375236">
                  <a:moveTo>
                    <a:pt x="241237" y="118"/>
                  </a:moveTo>
                  <a:cubicBezTo>
                    <a:pt x="247086" y="343"/>
                    <a:pt x="250666" y="812"/>
                    <a:pt x="250666" y="812"/>
                  </a:cubicBezTo>
                  <a:cubicBezTo>
                    <a:pt x="250666" y="812"/>
                    <a:pt x="258210" y="58047"/>
                    <a:pt x="227527" y="88731"/>
                  </a:cubicBezTo>
                  <a:cubicBezTo>
                    <a:pt x="206206" y="110067"/>
                    <a:pt x="172043" y="112918"/>
                    <a:pt x="153199" y="112678"/>
                  </a:cubicBezTo>
                  <a:cubicBezTo>
                    <a:pt x="143373" y="118667"/>
                    <a:pt x="135758" y="127682"/>
                    <a:pt x="131496" y="138370"/>
                  </a:cubicBezTo>
                  <a:cubicBezTo>
                    <a:pt x="128259" y="145736"/>
                    <a:pt x="126427" y="153643"/>
                    <a:pt x="126093" y="161682"/>
                  </a:cubicBezTo>
                  <a:lnTo>
                    <a:pt x="126654" y="190756"/>
                  </a:lnTo>
                  <a:lnTo>
                    <a:pt x="131848" y="189484"/>
                  </a:lnTo>
                  <a:cubicBezTo>
                    <a:pt x="134093" y="189267"/>
                    <a:pt x="136338" y="189139"/>
                    <a:pt x="138583" y="189139"/>
                  </a:cubicBezTo>
                  <a:cubicBezTo>
                    <a:pt x="156016" y="189136"/>
                    <a:pt x="172793" y="195791"/>
                    <a:pt x="185483" y="207744"/>
                  </a:cubicBezTo>
                  <a:cubicBezTo>
                    <a:pt x="196225" y="208635"/>
                    <a:pt x="206446" y="212021"/>
                    <a:pt x="215422" y="217463"/>
                  </a:cubicBezTo>
                  <a:lnTo>
                    <a:pt x="224727" y="226597"/>
                  </a:lnTo>
                  <a:lnTo>
                    <a:pt x="229371" y="226597"/>
                  </a:lnTo>
                  <a:lnTo>
                    <a:pt x="229371" y="231156"/>
                  </a:lnTo>
                  <a:lnTo>
                    <a:pt x="237884" y="239512"/>
                  </a:lnTo>
                  <a:lnTo>
                    <a:pt x="229371" y="239512"/>
                  </a:lnTo>
                  <a:lnTo>
                    <a:pt x="229371" y="375236"/>
                  </a:lnTo>
                  <a:lnTo>
                    <a:pt x="771" y="375236"/>
                  </a:lnTo>
                  <a:lnTo>
                    <a:pt x="771" y="239512"/>
                  </a:lnTo>
                  <a:lnTo>
                    <a:pt x="0" y="239512"/>
                  </a:lnTo>
                  <a:lnTo>
                    <a:pt x="771" y="238553"/>
                  </a:lnTo>
                  <a:lnTo>
                    <a:pt x="771" y="226597"/>
                  </a:lnTo>
                  <a:lnTo>
                    <a:pt x="10381" y="226597"/>
                  </a:lnTo>
                  <a:lnTo>
                    <a:pt x="16566" y="218902"/>
                  </a:lnTo>
                  <a:cubicBezTo>
                    <a:pt x="36456" y="202197"/>
                    <a:pt x="64964" y="197662"/>
                    <a:pt x="89849" y="209398"/>
                  </a:cubicBezTo>
                  <a:cubicBezTo>
                    <a:pt x="94881" y="204345"/>
                    <a:pt x="100674" y="200113"/>
                    <a:pt x="107017" y="196855"/>
                  </a:cubicBezTo>
                  <a:lnTo>
                    <a:pt x="107017" y="161682"/>
                  </a:lnTo>
                  <a:cubicBezTo>
                    <a:pt x="107146" y="158800"/>
                    <a:pt x="106882" y="155915"/>
                    <a:pt x="106231" y="153105"/>
                  </a:cubicBezTo>
                  <a:cubicBezTo>
                    <a:pt x="104110" y="146300"/>
                    <a:pt x="100728" y="139953"/>
                    <a:pt x="96263" y="134396"/>
                  </a:cubicBezTo>
                  <a:cubicBezTo>
                    <a:pt x="80293" y="134194"/>
                    <a:pt x="54788" y="131036"/>
                    <a:pt x="38444" y="114684"/>
                  </a:cubicBezTo>
                  <a:cubicBezTo>
                    <a:pt x="13194" y="89434"/>
                    <a:pt x="19390" y="42287"/>
                    <a:pt x="19390" y="42287"/>
                  </a:cubicBezTo>
                  <a:cubicBezTo>
                    <a:pt x="19390" y="42287"/>
                    <a:pt x="66538" y="36083"/>
                    <a:pt x="91795" y="61340"/>
                  </a:cubicBezTo>
                  <a:cubicBezTo>
                    <a:pt x="109831" y="79376"/>
                    <a:pt x="111821" y="108577"/>
                    <a:pt x="111485" y="123792"/>
                  </a:cubicBezTo>
                  <a:cubicBezTo>
                    <a:pt x="112901" y="125526"/>
                    <a:pt x="114211" y="127346"/>
                    <a:pt x="115406" y="129240"/>
                  </a:cubicBezTo>
                  <a:cubicBezTo>
                    <a:pt x="120545" y="117645"/>
                    <a:pt x="128613" y="107586"/>
                    <a:pt x="138815" y="100053"/>
                  </a:cubicBezTo>
                  <a:cubicBezTo>
                    <a:pt x="138381" y="81643"/>
                    <a:pt x="140723" y="45976"/>
                    <a:pt x="162718" y="23982"/>
                  </a:cubicBezTo>
                  <a:cubicBezTo>
                    <a:pt x="185719" y="969"/>
                    <a:pt x="223689" y="-558"/>
                    <a:pt x="241237" y="118"/>
                  </a:cubicBezTo>
                  <a:close/>
                </a:path>
              </a:pathLst>
            </a:custGeom>
            <a:solidFill>
              <a:srgbClr val="FFFFFF">
                <a:alpha val="70317"/>
              </a:srgbClr>
            </a:solidFill>
            <a:ln w="7441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es-CL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1B4C50CC-06A4-4E9D-1352-4F08F197FB27}"/>
                </a:ext>
              </a:extLst>
            </p:cNvPr>
            <p:cNvSpPr/>
            <p:nvPr/>
          </p:nvSpPr>
          <p:spPr>
            <a:xfrm>
              <a:off x="3181345" y="3187780"/>
              <a:ext cx="303585" cy="343606"/>
            </a:xfrm>
            <a:custGeom>
              <a:avLst/>
              <a:gdLst>
                <a:gd name="csX0" fmla="*/ 168728 w 303585"/>
                <a:gd name="csY0" fmla="*/ 20 h 343606"/>
                <a:gd name="csX1" fmla="*/ 290800 w 303585"/>
                <a:gd name="csY1" fmla="*/ 48712 h 343606"/>
                <a:gd name="csX2" fmla="*/ 292172 w 303585"/>
                <a:gd name="csY2" fmla="*/ 106319 h 343606"/>
                <a:gd name="csX3" fmla="*/ 233879 w 303585"/>
                <a:gd name="csY3" fmla="*/ 107691 h 343606"/>
                <a:gd name="csX4" fmla="*/ 170100 w 303585"/>
                <a:gd name="csY4" fmla="*/ 82316 h 343606"/>
                <a:gd name="csX5" fmla="*/ 107006 w 303585"/>
                <a:gd name="csY5" fmla="*/ 109748 h 343606"/>
                <a:gd name="csX6" fmla="*/ 82317 w 303585"/>
                <a:gd name="csY6" fmla="*/ 173527 h 343606"/>
                <a:gd name="csX7" fmla="*/ 109749 w 303585"/>
                <a:gd name="csY7" fmla="*/ 235935 h 343606"/>
                <a:gd name="csX8" fmla="*/ 172843 w 303585"/>
                <a:gd name="csY8" fmla="*/ 261310 h 343606"/>
                <a:gd name="csX9" fmla="*/ 233193 w 303585"/>
                <a:gd name="csY9" fmla="*/ 237307 h 343606"/>
                <a:gd name="csX10" fmla="*/ 290800 w 303585"/>
                <a:gd name="csY10" fmla="*/ 239364 h 343606"/>
                <a:gd name="csX11" fmla="*/ 288743 w 303585"/>
                <a:gd name="csY11" fmla="*/ 297657 h 343606"/>
                <a:gd name="csX12" fmla="*/ 174900 w 303585"/>
                <a:gd name="csY12" fmla="*/ 343606 h 343606"/>
                <a:gd name="csX13" fmla="*/ 172157 w 303585"/>
                <a:gd name="csY13" fmla="*/ 343606 h 343606"/>
                <a:gd name="csX14" fmla="*/ 52828 w 303585"/>
                <a:gd name="csY14" fmla="*/ 295600 h 343606"/>
                <a:gd name="csX15" fmla="*/ 21 w 303585"/>
                <a:gd name="csY15" fmla="*/ 174899 h 343606"/>
                <a:gd name="csX16" fmla="*/ 48713 w 303585"/>
                <a:gd name="csY16" fmla="*/ 52827 h 343606"/>
                <a:gd name="csX17" fmla="*/ 168728 w 303585"/>
                <a:gd name="csY17" fmla="*/ 20 h 3436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303585" h="343606">
                  <a:moveTo>
                    <a:pt x="168728" y="20"/>
                  </a:moveTo>
                  <a:cubicBezTo>
                    <a:pt x="214677" y="-666"/>
                    <a:pt x="257882" y="16479"/>
                    <a:pt x="290800" y="48712"/>
                  </a:cubicBezTo>
                  <a:cubicBezTo>
                    <a:pt x="307260" y="63799"/>
                    <a:pt x="307945" y="90546"/>
                    <a:pt x="292172" y="106319"/>
                  </a:cubicBezTo>
                  <a:cubicBezTo>
                    <a:pt x="276399" y="122778"/>
                    <a:pt x="250338" y="123464"/>
                    <a:pt x="233879" y="107691"/>
                  </a:cubicBezTo>
                  <a:cubicBezTo>
                    <a:pt x="216734" y="91231"/>
                    <a:pt x="194103" y="82316"/>
                    <a:pt x="170100" y="82316"/>
                  </a:cubicBezTo>
                  <a:cubicBezTo>
                    <a:pt x="146097" y="82316"/>
                    <a:pt x="124151" y="92603"/>
                    <a:pt x="107006" y="109748"/>
                  </a:cubicBezTo>
                  <a:cubicBezTo>
                    <a:pt x="91233" y="126893"/>
                    <a:pt x="81631" y="149524"/>
                    <a:pt x="82317" y="173527"/>
                  </a:cubicBezTo>
                  <a:cubicBezTo>
                    <a:pt x="82317" y="196845"/>
                    <a:pt x="92604" y="220162"/>
                    <a:pt x="109749" y="235935"/>
                  </a:cubicBezTo>
                  <a:cubicBezTo>
                    <a:pt x="126894" y="253080"/>
                    <a:pt x="149526" y="261996"/>
                    <a:pt x="172843" y="261310"/>
                  </a:cubicBezTo>
                  <a:cubicBezTo>
                    <a:pt x="195474" y="261310"/>
                    <a:pt x="216734" y="252394"/>
                    <a:pt x="233193" y="237307"/>
                  </a:cubicBezTo>
                  <a:cubicBezTo>
                    <a:pt x="248967" y="221533"/>
                    <a:pt x="275713" y="222905"/>
                    <a:pt x="290800" y="239364"/>
                  </a:cubicBezTo>
                  <a:cubicBezTo>
                    <a:pt x="306574" y="255823"/>
                    <a:pt x="305202" y="281884"/>
                    <a:pt x="288743" y="297657"/>
                  </a:cubicBezTo>
                  <a:cubicBezTo>
                    <a:pt x="257882" y="326461"/>
                    <a:pt x="217420" y="342920"/>
                    <a:pt x="174900" y="343606"/>
                  </a:cubicBezTo>
                  <a:lnTo>
                    <a:pt x="172157" y="343606"/>
                  </a:lnTo>
                  <a:cubicBezTo>
                    <a:pt x="126894" y="343606"/>
                    <a:pt x="85060" y="326461"/>
                    <a:pt x="52828" y="295600"/>
                  </a:cubicBezTo>
                  <a:cubicBezTo>
                    <a:pt x="19909" y="263367"/>
                    <a:pt x="1393" y="220848"/>
                    <a:pt x="21" y="174899"/>
                  </a:cubicBezTo>
                  <a:cubicBezTo>
                    <a:pt x="-665" y="129636"/>
                    <a:pt x="15795" y="85745"/>
                    <a:pt x="48713" y="52827"/>
                  </a:cubicBezTo>
                  <a:cubicBezTo>
                    <a:pt x="80260" y="19908"/>
                    <a:pt x="122779" y="1392"/>
                    <a:pt x="168728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CA01D813-7903-8ADD-9422-DFEB5DC4E64D}"/>
                </a:ext>
              </a:extLst>
            </p:cNvPr>
            <p:cNvSpPr/>
            <p:nvPr/>
          </p:nvSpPr>
          <p:spPr>
            <a:xfrm>
              <a:off x="3526932" y="3187800"/>
              <a:ext cx="344958" cy="344272"/>
            </a:xfrm>
            <a:custGeom>
              <a:avLst/>
              <a:gdLst>
                <a:gd name="csX0" fmla="*/ 172136 w 344958"/>
                <a:gd name="csY0" fmla="*/ 0 h 344272"/>
                <a:gd name="csX1" fmla="*/ 344958 w 344958"/>
                <a:gd name="csY1" fmla="*/ 172822 h 344272"/>
                <a:gd name="csX2" fmla="*/ 172136 w 344958"/>
                <a:gd name="csY2" fmla="*/ 344272 h 344272"/>
                <a:gd name="csX3" fmla="*/ 0 w 344958"/>
                <a:gd name="csY3" fmla="*/ 172136 h 344272"/>
                <a:gd name="csX4" fmla="*/ 172136 w 344958"/>
                <a:gd name="csY4" fmla="*/ 0 h 344272"/>
                <a:gd name="csX5" fmla="*/ 172136 w 344958"/>
                <a:gd name="csY5" fmla="*/ 84353 h 344272"/>
                <a:gd name="csX6" fmla="*/ 84354 w 344958"/>
                <a:gd name="csY6" fmla="*/ 172136 h 344272"/>
                <a:gd name="csX7" fmla="*/ 172136 w 344958"/>
                <a:gd name="csY7" fmla="*/ 259918 h 344272"/>
                <a:gd name="csX8" fmla="*/ 259918 w 344958"/>
                <a:gd name="csY8" fmla="*/ 172136 h 344272"/>
                <a:gd name="csX9" fmla="*/ 172136 w 344958"/>
                <a:gd name="csY9" fmla="*/ 84353 h 344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344958" h="344272">
                  <a:moveTo>
                    <a:pt x="172136" y="0"/>
                  </a:moveTo>
                  <a:cubicBezTo>
                    <a:pt x="266776" y="0"/>
                    <a:pt x="344272" y="77495"/>
                    <a:pt x="344958" y="172822"/>
                  </a:cubicBezTo>
                  <a:cubicBezTo>
                    <a:pt x="344272" y="267462"/>
                    <a:pt x="266776" y="344272"/>
                    <a:pt x="172136" y="344272"/>
                  </a:cubicBezTo>
                  <a:cubicBezTo>
                    <a:pt x="77496" y="344272"/>
                    <a:pt x="0" y="267462"/>
                    <a:pt x="0" y="172136"/>
                  </a:cubicBezTo>
                  <a:cubicBezTo>
                    <a:pt x="0" y="77495"/>
                    <a:pt x="77496" y="0"/>
                    <a:pt x="172136" y="0"/>
                  </a:cubicBezTo>
                  <a:close/>
                  <a:moveTo>
                    <a:pt x="172136" y="84353"/>
                  </a:moveTo>
                  <a:cubicBezTo>
                    <a:pt x="123444" y="84353"/>
                    <a:pt x="84354" y="123444"/>
                    <a:pt x="84354" y="172136"/>
                  </a:cubicBezTo>
                  <a:cubicBezTo>
                    <a:pt x="84354" y="220828"/>
                    <a:pt x="123444" y="259918"/>
                    <a:pt x="172136" y="259918"/>
                  </a:cubicBezTo>
                  <a:cubicBezTo>
                    <a:pt x="220828" y="259918"/>
                    <a:pt x="259918" y="220828"/>
                    <a:pt x="259918" y="172136"/>
                  </a:cubicBezTo>
                  <a:cubicBezTo>
                    <a:pt x="259918" y="123444"/>
                    <a:pt x="220828" y="84353"/>
                    <a:pt x="172136" y="843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D537B259-6E04-836D-75B4-F9EE239D64E9}"/>
                </a:ext>
              </a:extLst>
            </p:cNvPr>
            <p:cNvSpPr/>
            <p:nvPr/>
          </p:nvSpPr>
          <p:spPr>
            <a:xfrm>
              <a:off x="2811796" y="3191229"/>
              <a:ext cx="334775" cy="344272"/>
            </a:xfrm>
            <a:custGeom>
              <a:avLst/>
              <a:gdLst>
                <a:gd name="csX0" fmla="*/ 171450 w 334775"/>
                <a:gd name="csY0" fmla="*/ 0 h 344272"/>
                <a:gd name="csX1" fmla="*/ 201625 w 334775"/>
                <a:gd name="csY1" fmla="*/ 2743 h 344272"/>
                <a:gd name="csX2" fmla="*/ 312725 w 334775"/>
                <a:gd name="csY2" fmla="*/ 81610 h 344272"/>
                <a:gd name="csX3" fmla="*/ 334671 w 334775"/>
                <a:gd name="csY3" fmla="*/ 148819 h 344272"/>
                <a:gd name="csX4" fmla="*/ 329184 w 334775"/>
                <a:gd name="csY4" fmla="*/ 168707 h 344272"/>
                <a:gd name="csX5" fmla="*/ 295580 w 334775"/>
                <a:gd name="csY5" fmla="*/ 193396 h 344272"/>
                <a:gd name="csX6" fmla="*/ 84354 w 334775"/>
                <a:gd name="csY6" fmla="*/ 193396 h 344272"/>
                <a:gd name="csX7" fmla="*/ 171450 w 334775"/>
                <a:gd name="csY7" fmla="*/ 262661 h 344272"/>
                <a:gd name="csX8" fmla="*/ 243459 w 334775"/>
                <a:gd name="csY8" fmla="*/ 236601 h 344272"/>
                <a:gd name="csX9" fmla="*/ 301752 w 334775"/>
                <a:gd name="csY9" fmla="*/ 237287 h 344272"/>
                <a:gd name="csX10" fmla="*/ 301066 w 334775"/>
                <a:gd name="csY10" fmla="*/ 295580 h 344272"/>
                <a:gd name="csX11" fmla="*/ 171450 w 334775"/>
                <a:gd name="csY11" fmla="*/ 344272 h 344272"/>
                <a:gd name="csX12" fmla="*/ 0 w 334775"/>
                <a:gd name="csY12" fmla="*/ 172136 h 344272"/>
                <a:gd name="csX13" fmla="*/ 171450 w 334775"/>
                <a:gd name="csY13" fmla="*/ 0 h 344272"/>
                <a:gd name="csX14" fmla="*/ 171450 w 334775"/>
                <a:gd name="csY14" fmla="*/ 82982 h 344272"/>
                <a:gd name="csX15" fmla="*/ 96012 w 334775"/>
                <a:gd name="csY15" fmla="*/ 124130 h 344272"/>
                <a:gd name="csX16" fmla="*/ 241402 w 334775"/>
                <a:gd name="csY16" fmla="*/ 124130 h 344272"/>
                <a:gd name="csX17" fmla="*/ 171450 w 334775"/>
                <a:gd name="csY17" fmla="*/ 82982 h 344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334775" h="344272">
                  <a:moveTo>
                    <a:pt x="171450" y="0"/>
                  </a:moveTo>
                  <a:cubicBezTo>
                    <a:pt x="181737" y="0"/>
                    <a:pt x="191338" y="686"/>
                    <a:pt x="201625" y="2743"/>
                  </a:cubicBezTo>
                  <a:cubicBezTo>
                    <a:pt x="248260" y="11659"/>
                    <a:pt x="288036" y="40462"/>
                    <a:pt x="312725" y="81610"/>
                  </a:cubicBezTo>
                  <a:cubicBezTo>
                    <a:pt x="323698" y="100813"/>
                    <a:pt x="336042" y="126187"/>
                    <a:pt x="334671" y="148819"/>
                  </a:cubicBezTo>
                  <a:cubicBezTo>
                    <a:pt x="334671" y="154991"/>
                    <a:pt x="331927" y="161849"/>
                    <a:pt x="329184" y="168707"/>
                  </a:cubicBezTo>
                  <a:cubicBezTo>
                    <a:pt x="323698" y="181737"/>
                    <a:pt x="312039" y="193396"/>
                    <a:pt x="295580" y="193396"/>
                  </a:cubicBezTo>
                  <a:lnTo>
                    <a:pt x="84354" y="193396"/>
                  </a:lnTo>
                  <a:cubicBezTo>
                    <a:pt x="93955" y="232486"/>
                    <a:pt x="128931" y="262661"/>
                    <a:pt x="171450" y="262661"/>
                  </a:cubicBezTo>
                  <a:cubicBezTo>
                    <a:pt x="193396" y="262661"/>
                    <a:pt x="225628" y="253746"/>
                    <a:pt x="243459" y="236601"/>
                  </a:cubicBezTo>
                  <a:cubicBezTo>
                    <a:pt x="259918" y="220828"/>
                    <a:pt x="285979" y="220828"/>
                    <a:pt x="301752" y="237287"/>
                  </a:cubicBezTo>
                  <a:cubicBezTo>
                    <a:pt x="318211" y="253060"/>
                    <a:pt x="317526" y="279806"/>
                    <a:pt x="301066" y="295580"/>
                  </a:cubicBezTo>
                  <a:cubicBezTo>
                    <a:pt x="263347" y="331927"/>
                    <a:pt x="210541" y="344272"/>
                    <a:pt x="171450" y="344272"/>
                  </a:cubicBezTo>
                  <a:cubicBezTo>
                    <a:pt x="76124" y="344272"/>
                    <a:pt x="0" y="267462"/>
                    <a:pt x="0" y="172136"/>
                  </a:cubicBezTo>
                  <a:cubicBezTo>
                    <a:pt x="0" y="78181"/>
                    <a:pt x="76124" y="0"/>
                    <a:pt x="171450" y="0"/>
                  </a:cubicBezTo>
                  <a:close/>
                  <a:moveTo>
                    <a:pt x="171450" y="82982"/>
                  </a:moveTo>
                  <a:cubicBezTo>
                    <a:pt x="139903" y="82982"/>
                    <a:pt x="112471" y="98755"/>
                    <a:pt x="96012" y="124130"/>
                  </a:cubicBezTo>
                  <a:lnTo>
                    <a:pt x="241402" y="124130"/>
                  </a:lnTo>
                  <a:cubicBezTo>
                    <a:pt x="227686" y="98069"/>
                    <a:pt x="202311" y="82982"/>
                    <a:pt x="171450" y="829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C0397C46-C881-9CB3-A628-CA3EB17DF769}"/>
                </a:ext>
              </a:extLst>
            </p:cNvPr>
            <p:cNvSpPr/>
            <p:nvPr/>
          </p:nvSpPr>
          <p:spPr>
            <a:xfrm>
              <a:off x="4263787" y="3012235"/>
              <a:ext cx="353187" cy="520522"/>
            </a:xfrm>
            <a:custGeom>
              <a:avLst/>
              <a:gdLst>
                <a:gd name="csX0" fmla="*/ 41834 w 353187"/>
                <a:gd name="csY0" fmla="*/ 0 h 520522"/>
                <a:gd name="csX1" fmla="*/ 82982 w 353187"/>
                <a:gd name="csY1" fmla="*/ 41834 h 520522"/>
                <a:gd name="csX2" fmla="*/ 82982 w 353187"/>
                <a:gd name="csY2" fmla="*/ 202311 h 520522"/>
                <a:gd name="csX3" fmla="*/ 179680 w 353187"/>
                <a:gd name="csY3" fmla="*/ 173508 h 520522"/>
                <a:gd name="csX4" fmla="*/ 353187 w 353187"/>
                <a:gd name="csY4" fmla="*/ 347015 h 520522"/>
                <a:gd name="csX5" fmla="*/ 179680 w 353187"/>
                <a:gd name="csY5" fmla="*/ 520522 h 520522"/>
                <a:gd name="csX6" fmla="*/ 81610 w 353187"/>
                <a:gd name="csY6" fmla="*/ 490347 h 520522"/>
                <a:gd name="csX7" fmla="*/ 41834 w 353187"/>
                <a:gd name="csY7" fmla="*/ 519151 h 520522"/>
                <a:gd name="csX8" fmla="*/ 0 w 353187"/>
                <a:gd name="csY8" fmla="*/ 478003 h 520522"/>
                <a:gd name="csX9" fmla="*/ 0 w 353187"/>
                <a:gd name="csY9" fmla="*/ 41834 h 520522"/>
                <a:gd name="csX10" fmla="*/ 41834 w 353187"/>
                <a:gd name="csY10" fmla="*/ 0 h 520522"/>
                <a:gd name="csX11" fmla="*/ 179680 w 353187"/>
                <a:gd name="csY11" fmla="*/ 256489 h 520522"/>
                <a:gd name="csX12" fmla="*/ 89154 w 353187"/>
                <a:gd name="csY12" fmla="*/ 347015 h 520522"/>
                <a:gd name="csX13" fmla="*/ 179680 w 353187"/>
                <a:gd name="csY13" fmla="*/ 437541 h 520522"/>
                <a:gd name="csX14" fmla="*/ 270205 w 353187"/>
                <a:gd name="csY14" fmla="*/ 347015 h 520522"/>
                <a:gd name="csX15" fmla="*/ 179680 w 353187"/>
                <a:gd name="csY15" fmla="*/ 256489 h 520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353187" h="520522">
                  <a:moveTo>
                    <a:pt x="41834" y="0"/>
                  </a:moveTo>
                  <a:cubicBezTo>
                    <a:pt x="64465" y="0"/>
                    <a:pt x="82982" y="19203"/>
                    <a:pt x="82982" y="41834"/>
                  </a:cubicBezTo>
                  <a:lnTo>
                    <a:pt x="82982" y="202311"/>
                  </a:lnTo>
                  <a:cubicBezTo>
                    <a:pt x="111100" y="184480"/>
                    <a:pt x="144018" y="173508"/>
                    <a:pt x="179680" y="173508"/>
                  </a:cubicBezTo>
                  <a:cubicBezTo>
                    <a:pt x="275006" y="173508"/>
                    <a:pt x="353187" y="251003"/>
                    <a:pt x="353187" y="347015"/>
                  </a:cubicBezTo>
                  <a:cubicBezTo>
                    <a:pt x="353187" y="443027"/>
                    <a:pt x="275006" y="520522"/>
                    <a:pt x="179680" y="520522"/>
                  </a:cubicBezTo>
                  <a:cubicBezTo>
                    <a:pt x="143332" y="520522"/>
                    <a:pt x="109042" y="509550"/>
                    <a:pt x="81610" y="490347"/>
                  </a:cubicBezTo>
                  <a:cubicBezTo>
                    <a:pt x="76124" y="506806"/>
                    <a:pt x="60351" y="519151"/>
                    <a:pt x="41834" y="519151"/>
                  </a:cubicBezTo>
                  <a:cubicBezTo>
                    <a:pt x="18517" y="519151"/>
                    <a:pt x="0" y="500634"/>
                    <a:pt x="0" y="478003"/>
                  </a:cubicBezTo>
                  <a:lnTo>
                    <a:pt x="0" y="41834"/>
                  </a:lnTo>
                  <a:cubicBezTo>
                    <a:pt x="0" y="19203"/>
                    <a:pt x="18517" y="0"/>
                    <a:pt x="41834" y="0"/>
                  </a:cubicBezTo>
                  <a:close/>
                  <a:moveTo>
                    <a:pt x="179680" y="256489"/>
                  </a:moveTo>
                  <a:cubicBezTo>
                    <a:pt x="129616" y="256489"/>
                    <a:pt x="89154" y="296952"/>
                    <a:pt x="89154" y="347015"/>
                  </a:cubicBezTo>
                  <a:cubicBezTo>
                    <a:pt x="89154" y="397078"/>
                    <a:pt x="129616" y="437541"/>
                    <a:pt x="179680" y="437541"/>
                  </a:cubicBezTo>
                  <a:cubicBezTo>
                    <a:pt x="229057" y="437541"/>
                    <a:pt x="270205" y="397078"/>
                    <a:pt x="270205" y="347015"/>
                  </a:cubicBezTo>
                  <a:cubicBezTo>
                    <a:pt x="270205" y="296952"/>
                    <a:pt x="229057" y="256489"/>
                    <a:pt x="179680" y="2564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C73A4607-76D9-3646-FB23-B60C3DB6CB96}"/>
                </a:ext>
              </a:extLst>
            </p:cNvPr>
            <p:cNvSpPr/>
            <p:nvPr/>
          </p:nvSpPr>
          <p:spPr>
            <a:xfrm>
              <a:off x="3934583" y="3012921"/>
              <a:ext cx="135808" cy="520522"/>
            </a:xfrm>
            <a:custGeom>
              <a:avLst/>
              <a:gdLst>
                <a:gd name="csX0" fmla="*/ 41167 w 135808"/>
                <a:gd name="csY0" fmla="*/ 0 h 520522"/>
                <a:gd name="csX1" fmla="*/ 83001 w 135808"/>
                <a:gd name="csY1" fmla="*/ 41148 h 520522"/>
                <a:gd name="csX2" fmla="*/ 83001 w 135808"/>
                <a:gd name="csY2" fmla="*/ 413537 h 520522"/>
                <a:gd name="csX3" fmla="*/ 82315 w 135808"/>
                <a:gd name="csY3" fmla="*/ 419710 h 520522"/>
                <a:gd name="csX4" fmla="*/ 83001 w 135808"/>
                <a:gd name="csY4" fmla="*/ 425882 h 520522"/>
                <a:gd name="csX5" fmla="*/ 93974 w 135808"/>
                <a:gd name="csY5" fmla="*/ 437540 h 520522"/>
                <a:gd name="csX6" fmla="*/ 135808 w 135808"/>
                <a:gd name="csY6" fmla="*/ 478688 h 520522"/>
                <a:gd name="csX7" fmla="*/ 93974 w 135808"/>
                <a:gd name="csY7" fmla="*/ 520522 h 520522"/>
                <a:gd name="csX8" fmla="*/ 19222 w 135808"/>
                <a:gd name="csY8" fmla="*/ 483489 h 520522"/>
                <a:gd name="csX9" fmla="*/ 19 w 135808"/>
                <a:gd name="csY9" fmla="*/ 394335 h 520522"/>
                <a:gd name="csX10" fmla="*/ 19 w 135808"/>
                <a:gd name="csY10" fmla="*/ 189281 h 520522"/>
                <a:gd name="csX11" fmla="*/ 19 w 135808"/>
                <a:gd name="csY11" fmla="*/ 41148 h 520522"/>
                <a:gd name="csX12" fmla="*/ 41167 w 135808"/>
                <a:gd name="csY12" fmla="*/ 0 h 520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5808" h="520522">
                  <a:moveTo>
                    <a:pt x="41167" y="0"/>
                  </a:moveTo>
                  <a:cubicBezTo>
                    <a:pt x="64484" y="0"/>
                    <a:pt x="83001" y="18517"/>
                    <a:pt x="83001" y="41148"/>
                  </a:cubicBezTo>
                  <a:lnTo>
                    <a:pt x="83001" y="413537"/>
                  </a:lnTo>
                  <a:cubicBezTo>
                    <a:pt x="83001" y="415595"/>
                    <a:pt x="82315" y="417652"/>
                    <a:pt x="82315" y="419710"/>
                  </a:cubicBezTo>
                  <a:cubicBezTo>
                    <a:pt x="82315" y="421767"/>
                    <a:pt x="83001" y="423824"/>
                    <a:pt x="83001" y="425882"/>
                  </a:cubicBezTo>
                  <a:cubicBezTo>
                    <a:pt x="83001" y="432054"/>
                    <a:pt x="87802" y="437540"/>
                    <a:pt x="93974" y="437540"/>
                  </a:cubicBezTo>
                  <a:cubicBezTo>
                    <a:pt x="117291" y="437540"/>
                    <a:pt x="135808" y="456057"/>
                    <a:pt x="135808" y="478688"/>
                  </a:cubicBezTo>
                  <a:cubicBezTo>
                    <a:pt x="135808" y="502006"/>
                    <a:pt x="117291" y="520522"/>
                    <a:pt x="93974" y="520522"/>
                  </a:cubicBezTo>
                  <a:cubicBezTo>
                    <a:pt x="65170" y="520522"/>
                    <a:pt x="37053" y="506120"/>
                    <a:pt x="19222" y="483489"/>
                  </a:cubicBezTo>
                  <a:cubicBezTo>
                    <a:pt x="-1352" y="456743"/>
                    <a:pt x="19" y="426568"/>
                    <a:pt x="19" y="394335"/>
                  </a:cubicBezTo>
                  <a:lnTo>
                    <a:pt x="19" y="189281"/>
                  </a:lnTo>
                  <a:cubicBezTo>
                    <a:pt x="19" y="139903"/>
                    <a:pt x="19" y="90526"/>
                    <a:pt x="19" y="41148"/>
                  </a:cubicBezTo>
                  <a:cubicBezTo>
                    <a:pt x="19" y="18517"/>
                    <a:pt x="18536" y="0"/>
                    <a:pt x="4116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7AACFC66-87A8-2CAA-02F2-D7D75CD82EBA}"/>
                </a:ext>
              </a:extLst>
            </p:cNvPr>
            <p:cNvSpPr/>
            <p:nvPr/>
          </p:nvSpPr>
          <p:spPr>
            <a:xfrm>
              <a:off x="4121674" y="3043096"/>
              <a:ext cx="85039" cy="87783"/>
            </a:xfrm>
            <a:custGeom>
              <a:avLst/>
              <a:gdLst>
                <a:gd name="csX0" fmla="*/ 43206 w 85039"/>
                <a:gd name="csY0" fmla="*/ 0 h 87783"/>
                <a:gd name="csX1" fmla="*/ 85039 w 85039"/>
                <a:gd name="csY1" fmla="*/ 42520 h 87783"/>
                <a:gd name="csX2" fmla="*/ 85039 w 85039"/>
                <a:gd name="csY2" fmla="*/ 45949 h 87783"/>
                <a:gd name="csX3" fmla="*/ 43206 w 85039"/>
                <a:gd name="csY3" fmla="*/ 87783 h 87783"/>
                <a:gd name="csX4" fmla="*/ 0 w 85039"/>
                <a:gd name="csY4" fmla="*/ 45949 h 87783"/>
                <a:gd name="csX5" fmla="*/ 0 w 85039"/>
                <a:gd name="csY5" fmla="*/ 42520 h 87783"/>
                <a:gd name="csX6" fmla="*/ 43206 w 85039"/>
                <a:gd name="csY6" fmla="*/ 0 h 87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5039" h="87783">
                  <a:moveTo>
                    <a:pt x="43206" y="0"/>
                  </a:moveTo>
                  <a:cubicBezTo>
                    <a:pt x="65837" y="0"/>
                    <a:pt x="85039" y="18517"/>
                    <a:pt x="85039" y="42520"/>
                  </a:cubicBezTo>
                  <a:lnTo>
                    <a:pt x="85039" y="45949"/>
                  </a:lnTo>
                  <a:cubicBezTo>
                    <a:pt x="85039" y="68580"/>
                    <a:pt x="65837" y="87783"/>
                    <a:pt x="43206" y="87783"/>
                  </a:cubicBezTo>
                  <a:cubicBezTo>
                    <a:pt x="19203" y="87783"/>
                    <a:pt x="0" y="68580"/>
                    <a:pt x="0" y="45949"/>
                  </a:cubicBezTo>
                  <a:lnTo>
                    <a:pt x="0" y="42520"/>
                  </a:lnTo>
                  <a:cubicBezTo>
                    <a:pt x="0" y="18517"/>
                    <a:pt x="19203" y="0"/>
                    <a:pt x="4320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B6A6698E-6071-7A7D-D91A-8B6ECB4AD9CF}"/>
                </a:ext>
              </a:extLst>
            </p:cNvPr>
            <p:cNvSpPr/>
            <p:nvPr/>
          </p:nvSpPr>
          <p:spPr>
            <a:xfrm>
              <a:off x="4121674" y="3184371"/>
              <a:ext cx="85039" cy="349072"/>
            </a:xfrm>
            <a:custGeom>
              <a:avLst/>
              <a:gdLst>
                <a:gd name="csX0" fmla="*/ 43206 w 85039"/>
                <a:gd name="csY0" fmla="*/ 0 h 349072"/>
                <a:gd name="csX1" fmla="*/ 85039 w 85039"/>
                <a:gd name="csY1" fmla="*/ 41834 h 349072"/>
                <a:gd name="csX2" fmla="*/ 85039 w 85039"/>
                <a:gd name="csY2" fmla="*/ 306553 h 349072"/>
                <a:gd name="csX3" fmla="*/ 43206 w 85039"/>
                <a:gd name="csY3" fmla="*/ 349072 h 349072"/>
                <a:gd name="csX4" fmla="*/ 0 w 85039"/>
                <a:gd name="csY4" fmla="*/ 306553 h 349072"/>
                <a:gd name="csX5" fmla="*/ 0 w 85039"/>
                <a:gd name="csY5" fmla="*/ 41834 h 349072"/>
                <a:gd name="csX6" fmla="*/ 43206 w 85039"/>
                <a:gd name="csY6" fmla="*/ 0 h 349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5039" h="349072">
                  <a:moveTo>
                    <a:pt x="43206" y="0"/>
                  </a:moveTo>
                  <a:cubicBezTo>
                    <a:pt x="65837" y="0"/>
                    <a:pt x="85039" y="18517"/>
                    <a:pt x="85039" y="41834"/>
                  </a:cubicBezTo>
                  <a:lnTo>
                    <a:pt x="85039" y="306553"/>
                  </a:lnTo>
                  <a:cubicBezTo>
                    <a:pt x="85039" y="329870"/>
                    <a:pt x="65837" y="349072"/>
                    <a:pt x="43206" y="349072"/>
                  </a:cubicBezTo>
                  <a:cubicBezTo>
                    <a:pt x="19203" y="349072"/>
                    <a:pt x="0" y="329870"/>
                    <a:pt x="0" y="306553"/>
                  </a:cubicBezTo>
                  <a:lnTo>
                    <a:pt x="0" y="41834"/>
                  </a:lnTo>
                  <a:cubicBezTo>
                    <a:pt x="0" y="18517"/>
                    <a:pt x="19203" y="0"/>
                    <a:pt x="4320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C4CE1DC2-8D2C-B2D7-5F93-4DD91D362CF2}"/>
                </a:ext>
              </a:extLst>
            </p:cNvPr>
            <p:cNvSpPr/>
            <p:nvPr/>
          </p:nvSpPr>
          <p:spPr>
            <a:xfrm>
              <a:off x="4657740" y="3189172"/>
              <a:ext cx="293642" cy="344271"/>
            </a:xfrm>
            <a:custGeom>
              <a:avLst/>
              <a:gdLst>
                <a:gd name="csX0" fmla="*/ 41148 w 293642"/>
                <a:gd name="csY0" fmla="*/ 0 h 344271"/>
                <a:gd name="csX1" fmla="*/ 80239 w 293642"/>
                <a:gd name="csY1" fmla="*/ 28117 h 344271"/>
                <a:gd name="csX2" fmla="*/ 167335 w 293642"/>
                <a:gd name="csY2" fmla="*/ 2743 h 344271"/>
                <a:gd name="csX3" fmla="*/ 280492 w 293642"/>
                <a:gd name="csY3" fmla="*/ 48006 h 344271"/>
                <a:gd name="csX4" fmla="*/ 282550 w 293642"/>
                <a:gd name="csY4" fmla="*/ 105613 h 344271"/>
                <a:gd name="csX5" fmla="*/ 224257 w 293642"/>
                <a:gd name="csY5" fmla="*/ 107670 h 344271"/>
                <a:gd name="csX6" fmla="*/ 167335 w 293642"/>
                <a:gd name="csY6" fmla="*/ 85039 h 344271"/>
                <a:gd name="csX7" fmla="*/ 82296 w 293642"/>
                <a:gd name="csY7" fmla="*/ 173507 h 344271"/>
                <a:gd name="csX8" fmla="*/ 82296 w 293642"/>
                <a:gd name="csY8" fmla="*/ 303123 h 344271"/>
                <a:gd name="csX9" fmla="*/ 41148 w 293642"/>
                <a:gd name="csY9" fmla="*/ 344271 h 344271"/>
                <a:gd name="csX10" fmla="*/ 0 w 293642"/>
                <a:gd name="csY10" fmla="*/ 303123 h 344271"/>
                <a:gd name="csX11" fmla="*/ 0 w 293642"/>
                <a:gd name="csY11" fmla="*/ 40462 h 344271"/>
                <a:gd name="csX12" fmla="*/ 41148 w 293642"/>
                <a:gd name="csY12" fmla="*/ 0 h 344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3642" h="344271">
                  <a:moveTo>
                    <a:pt x="41148" y="0"/>
                  </a:moveTo>
                  <a:cubicBezTo>
                    <a:pt x="59665" y="0"/>
                    <a:pt x="74752" y="11658"/>
                    <a:pt x="80239" y="28117"/>
                  </a:cubicBezTo>
                  <a:cubicBezTo>
                    <a:pt x="105613" y="12344"/>
                    <a:pt x="135789" y="2743"/>
                    <a:pt x="167335" y="2743"/>
                  </a:cubicBezTo>
                  <a:cubicBezTo>
                    <a:pt x="209855" y="2743"/>
                    <a:pt x="249631" y="19202"/>
                    <a:pt x="280492" y="48006"/>
                  </a:cubicBezTo>
                  <a:cubicBezTo>
                    <a:pt x="296951" y="63093"/>
                    <a:pt x="298323" y="89154"/>
                    <a:pt x="282550" y="105613"/>
                  </a:cubicBezTo>
                  <a:cubicBezTo>
                    <a:pt x="266776" y="122072"/>
                    <a:pt x="241402" y="123444"/>
                    <a:pt x="224257" y="107670"/>
                  </a:cubicBezTo>
                  <a:cubicBezTo>
                    <a:pt x="209169" y="93268"/>
                    <a:pt x="188595" y="85039"/>
                    <a:pt x="167335" y="85039"/>
                  </a:cubicBezTo>
                  <a:cubicBezTo>
                    <a:pt x="120701" y="85039"/>
                    <a:pt x="82296" y="124815"/>
                    <a:pt x="82296" y="173507"/>
                  </a:cubicBezTo>
                  <a:lnTo>
                    <a:pt x="82296" y="303123"/>
                  </a:lnTo>
                  <a:cubicBezTo>
                    <a:pt x="82296" y="325755"/>
                    <a:pt x="63779" y="344271"/>
                    <a:pt x="41148" y="344271"/>
                  </a:cubicBezTo>
                  <a:cubicBezTo>
                    <a:pt x="18517" y="344271"/>
                    <a:pt x="0" y="325755"/>
                    <a:pt x="0" y="303123"/>
                  </a:cubicBezTo>
                  <a:lnTo>
                    <a:pt x="0" y="40462"/>
                  </a:lnTo>
                  <a:cubicBezTo>
                    <a:pt x="0" y="17830"/>
                    <a:pt x="18517" y="0"/>
                    <a:pt x="411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4AAACBF2-0CC5-0C6B-CCAD-36A0D411CD09}"/>
                </a:ext>
              </a:extLst>
            </p:cNvPr>
            <p:cNvSpPr/>
            <p:nvPr/>
          </p:nvSpPr>
          <p:spPr>
            <a:xfrm>
              <a:off x="5381640" y="3189172"/>
              <a:ext cx="293642" cy="344271"/>
            </a:xfrm>
            <a:custGeom>
              <a:avLst/>
              <a:gdLst>
                <a:gd name="csX0" fmla="*/ 41148 w 293642"/>
                <a:gd name="csY0" fmla="*/ 0 h 344271"/>
                <a:gd name="csX1" fmla="*/ 80239 w 293642"/>
                <a:gd name="csY1" fmla="*/ 28117 h 344271"/>
                <a:gd name="csX2" fmla="*/ 167335 w 293642"/>
                <a:gd name="csY2" fmla="*/ 2743 h 344271"/>
                <a:gd name="csX3" fmla="*/ 280492 w 293642"/>
                <a:gd name="csY3" fmla="*/ 48006 h 344271"/>
                <a:gd name="csX4" fmla="*/ 282550 w 293642"/>
                <a:gd name="csY4" fmla="*/ 105613 h 344271"/>
                <a:gd name="csX5" fmla="*/ 224257 w 293642"/>
                <a:gd name="csY5" fmla="*/ 107670 h 344271"/>
                <a:gd name="csX6" fmla="*/ 167335 w 293642"/>
                <a:gd name="csY6" fmla="*/ 85039 h 344271"/>
                <a:gd name="csX7" fmla="*/ 82296 w 293642"/>
                <a:gd name="csY7" fmla="*/ 173507 h 344271"/>
                <a:gd name="csX8" fmla="*/ 82296 w 293642"/>
                <a:gd name="csY8" fmla="*/ 303123 h 344271"/>
                <a:gd name="csX9" fmla="*/ 41148 w 293642"/>
                <a:gd name="csY9" fmla="*/ 344271 h 344271"/>
                <a:gd name="csX10" fmla="*/ 0 w 293642"/>
                <a:gd name="csY10" fmla="*/ 303123 h 344271"/>
                <a:gd name="csX11" fmla="*/ 0 w 293642"/>
                <a:gd name="csY11" fmla="*/ 40462 h 344271"/>
                <a:gd name="csX12" fmla="*/ 41148 w 293642"/>
                <a:gd name="csY12" fmla="*/ 0 h 344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93642" h="344271">
                  <a:moveTo>
                    <a:pt x="41148" y="0"/>
                  </a:moveTo>
                  <a:cubicBezTo>
                    <a:pt x="59665" y="0"/>
                    <a:pt x="74752" y="11658"/>
                    <a:pt x="80239" y="28117"/>
                  </a:cubicBezTo>
                  <a:cubicBezTo>
                    <a:pt x="105613" y="12344"/>
                    <a:pt x="135788" y="2743"/>
                    <a:pt x="167335" y="2743"/>
                  </a:cubicBezTo>
                  <a:cubicBezTo>
                    <a:pt x="209855" y="2743"/>
                    <a:pt x="249631" y="19202"/>
                    <a:pt x="280492" y="48006"/>
                  </a:cubicBezTo>
                  <a:cubicBezTo>
                    <a:pt x="296951" y="63093"/>
                    <a:pt x="298323" y="89154"/>
                    <a:pt x="282550" y="105613"/>
                  </a:cubicBezTo>
                  <a:cubicBezTo>
                    <a:pt x="266776" y="122072"/>
                    <a:pt x="241401" y="123444"/>
                    <a:pt x="224257" y="107670"/>
                  </a:cubicBezTo>
                  <a:cubicBezTo>
                    <a:pt x="209169" y="93268"/>
                    <a:pt x="188595" y="85039"/>
                    <a:pt x="167335" y="85039"/>
                  </a:cubicBezTo>
                  <a:cubicBezTo>
                    <a:pt x="120701" y="85039"/>
                    <a:pt x="82296" y="124815"/>
                    <a:pt x="82296" y="173507"/>
                  </a:cubicBezTo>
                  <a:lnTo>
                    <a:pt x="82296" y="303123"/>
                  </a:lnTo>
                  <a:cubicBezTo>
                    <a:pt x="82296" y="325755"/>
                    <a:pt x="63779" y="344271"/>
                    <a:pt x="41148" y="344271"/>
                  </a:cubicBezTo>
                  <a:cubicBezTo>
                    <a:pt x="18517" y="344271"/>
                    <a:pt x="0" y="325755"/>
                    <a:pt x="0" y="303123"/>
                  </a:cubicBezTo>
                  <a:lnTo>
                    <a:pt x="0" y="40462"/>
                  </a:lnTo>
                  <a:cubicBezTo>
                    <a:pt x="0" y="17830"/>
                    <a:pt x="18517" y="0"/>
                    <a:pt x="411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63C68CC8-C76D-6DDD-2552-B8F454A22FF2}"/>
                </a:ext>
              </a:extLst>
            </p:cNvPr>
            <p:cNvSpPr/>
            <p:nvPr/>
          </p:nvSpPr>
          <p:spPr>
            <a:xfrm>
              <a:off x="4967875" y="3190543"/>
              <a:ext cx="347015" cy="340843"/>
            </a:xfrm>
            <a:custGeom>
              <a:avLst/>
              <a:gdLst>
                <a:gd name="csX0" fmla="*/ 307238 w 347015"/>
                <a:gd name="csY0" fmla="*/ 0 h 340843"/>
                <a:gd name="csX1" fmla="*/ 347015 w 347015"/>
                <a:gd name="csY1" fmla="*/ 39091 h 340843"/>
                <a:gd name="csX2" fmla="*/ 347015 w 347015"/>
                <a:gd name="csY2" fmla="*/ 301752 h 340843"/>
                <a:gd name="csX3" fmla="*/ 307238 w 347015"/>
                <a:gd name="csY3" fmla="*/ 340843 h 340843"/>
                <a:gd name="csX4" fmla="*/ 270891 w 347015"/>
                <a:gd name="csY4" fmla="*/ 301752 h 340843"/>
                <a:gd name="csX5" fmla="*/ 270891 w 347015"/>
                <a:gd name="csY5" fmla="*/ 293523 h 340843"/>
                <a:gd name="csX6" fmla="*/ 165963 w 347015"/>
                <a:gd name="csY6" fmla="*/ 333985 h 340843"/>
                <a:gd name="csX7" fmla="*/ 0 w 347015"/>
                <a:gd name="csY7" fmla="*/ 168707 h 340843"/>
                <a:gd name="csX8" fmla="*/ 165963 w 347015"/>
                <a:gd name="csY8" fmla="*/ 2743 h 340843"/>
                <a:gd name="csX9" fmla="*/ 270891 w 347015"/>
                <a:gd name="csY9" fmla="*/ 42520 h 340843"/>
                <a:gd name="csX10" fmla="*/ 270891 w 347015"/>
                <a:gd name="csY10" fmla="*/ 39091 h 340843"/>
                <a:gd name="csX11" fmla="*/ 307238 w 347015"/>
                <a:gd name="csY11" fmla="*/ 0 h 340843"/>
                <a:gd name="csX12" fmla="*/ 165963 w 347015"/>
                <a:gd name="csY12" fmla="*/ 82982 h 340843"/>
                <a:gd name="csX13" fmla="*/ 79553 w 347015"/>
                <a:gd name="csY13" fmla="*/ 168707 h 340843"/>
                <a:gd name="csX14" fmla="*/ 165963 w 347015"/>
                <a:gd name="csY14" fmla="*/ 253746 h 340843"/>
                <a:gd name="csX15" fmla="*/ 251688 w 347015"/>
                <a:gd name="csY15" fmla="*/ 168707 h 340843"/>
                <a:gd name="csX16" fmla="*/ 165963 w 347015"/>
                <a:gd name="csY16" fmla="*/ 82982 h 340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47015" h="340843">
                  <a:moveTo>
                    <a:pt x="307238" y="0"/>
                  </a:moveTo>
                  <a:cubicBezTo>
                    <a:pt x="329870" y="0"/>
                    <a:pt x="347015" y="17831"/>
                    <a:pt x="347015" y="39091"/>
                  </a:cubicBezTo>
                  <a:lnTo>
                    <a:pt x="347015" y="301752"/>
                  </a:lnTo>
                  <a:cubicBezTo>
                    <a:pt x="347015" y="323012"/>
                    <a:pt x="329870" y="340843"/>
                    <a:pt x="307238" y="340843"/>
                  </a:cubicBezTo>
                  <a:cubicBezTo>
                    <a:pt x="284607" y="340843"/>
                    <a:pt x="270891" y="323012"/>
                    <a:pt x="270891" y="301752"/>
                  </a:cubicBezTo>
                  <a:lnTo>
                    <a:pt x="270891" y="293523"/>
                  </a:lnTo>
                  <a:cubicBezTo>
                    <a:pt x="241401" y="318897"/>
                    <a:pt x="207111" y="333985"/>
                    <a:pt x="165963" y="333985"/>
                  </a:cubicBezTo>
                  <a:cubicBezTo>
                    <a:pt x="74066" y="333985"/>
                    <a:pt x="0" y="259918"/>
                    <a:pt x="0" y="168707"/>
                  </a:cubicBezTo>
                  <a:cubicBezTo>
                    <a:pt x="0" y="77496"/>
                    <a:pt x="74066" y="2743"/>
                    <a:pt x="165963" y="2743"/>
                  </a:cubicBezTo>
                  <a:cubicBezTo>
                    <a:pt x="207111" y="2743"/>
                    <a:pt x="241401" y="18517"/>
                    <a:pt x="270891" y="42520"/>
                  </a:cubicBezTo>
                  <a:lnTo>
                    <a:pt x="270891" y="39091"/>
                  </a:lnTo>
                  <a:cubicBezTo>
                    <a:pt x="270891" y="17831"/>
                    <a:pt x="284607" y="0"/>
                    <a:pt x="307238" y="0"/>
                  </a:cubicBezTo>
                  <a:close/>
                  <a:moveTo>
                    <a:pt x="165963" y="82982"/>
                  </a:moveTo>
                  <a:cubicBezTo>
                    <a:pt x="118643" y="82982"/>
                    <a:pt x="79553" y="121387"/>
                    <a:pt x="79553" y="168707"/>
                  </a:cubicBezTo>
                  <a:cubicBezTo>
                    <a:pt x="79553" y="216027"/>
                    <a:pt x="118643" y="253746"/>
                    <a:pt x="165963" y="253746"/>
                  </a:cubicBezTo>
                  <a:cubicBezTo>
                    <a:pt x="212598" y="253746"/>
                    <a:pt x="251688" y="216027"/>
                    <a:pt x="251688" y="168707"/>
                  </a:cubicBezTo>
                  <a:cubicBezTo>
                    <a:pt x="251688" y="121387"/>
                    <a:pt x="212598" y="82982"/>
                    <a:pt x="165963" y="829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13273BAC-938F-AD64-4A95-2A8242A454CC}"/>
                </a:ext>
              </a:extLst>
            </p:cNvPr>
            <p:cNvSpPr/>
            <p:nvPr/>
          </p:nvSpPr>
          <p:spPr>
            <a:xfrm>
              <a:off x="5698632" y="3191915"/>
              <a:ext cx="315468" cy="514350"/>
            </a:xfrm>
            <a:custGeom>
              <a:avLst/>
              <a:gdLst>
                <a:gd name="csX0" fmla="*/ 275006 w 315468"/>
                <a:gd name="csY0" fmla="*/ 0 h 514350"/>
                <a:gd name="csX1" fmla="*/ 315468 w 315468"/>
                <a:gd name="csY1" fmla="*/ 41148 h 514350"/>
                <a:gd name="csX2" fmla="*/ 315468 w 315468"/>
                <a:gd name="csY2" fmla="*/ 340842 h 514350"/>
                <a:gd name="csX3" fmla="*/ 146761 w 315468"/>
                <a:gd name="csY3" fmla="*/ 514350 h 514350"/>
                <a:gd name="csX4" fmla="*/ 19202 w 315468"/>
                <a:gd name="csY4" fmla="*/ 453999 h 514350"/>
                <a:gd name="csX5" fmla="*/ 23317 w 315468"/>
                <a:gd name="csY5" fmla="*/ 395706 h 514350"/>
                <a:gd name="csX6" fmla="*/ 79553 w 315468"/>
                <a:gd name="csY6" fmla="*/ 400507 h 514350"/>
                <a:gd name="csX7" fmla="*/ 146761 w 315468"/>
                <a:gd name="csY7" fmla="*/ 432054 h 514350"/>
                <a:gd name="csX8" fmla="*/ 235229 w 315468"/>
                <a:gd name="csY8" fmla="*/ 340842 h 514350"/>
                <a:gd name="csX9" fmla="*/ 235229 w 315468"/>
                <a:gd name="csY9" fmla="*/ 312725 h 514350"/>
                <a:gd name="csX10" fmla="*/ 157048 w 315468"/>
                <a:gd name="csY10" fmla="*/ 333984 h 514350"/>
                <a:gd name="csX11" fmla="*/ 0 w 315468"/>
                <a:gd name="csY11" fmla="*/ 165278 h 514350"/>
                <a:gd name="csX12" fmla="*/ 0 w 315468"/>
                <a:gd name="csY12" fmla="*/ 42519 h 514350"/>
                <a:gd name="csX13" fmla="*/ 39776 w 315468"/>
                <a:gd name="csY13" fmla="*/ 1371 h 514350"/>
                <a:gd name="csX14" fmla="*/ 79553 w 315468"/>
                <a:gd name="csY14" fmla="*/ 42519 h 514350"/>
                <a:gd name="csX15" fmla="*/ 79553 w 315468"/>
                <a:gd name="csY15" fmla="*/ 165278 h 514350"/>
                <a:gd name="csX16" fmla="*/ 157048 w 315468"/>
                <a:gd name="csY16" fmla="*/ 251688 h 514350"/>
                <a:gd name="csX17" fmla="*/ 235229 w 315468"/>
                <a:gd name="csY17" fmla="*/ 165278 h 514350"/>
                <a:gd name="csX18" fmla="*/ 235229 w 315468"/>
                <a:gd name="csY18" fmla="*/ 41148 h 514350"/>
                <a:gd name="csX19" fmla="*/ 275006 w 315468"/>
                <a:gd name="csY19" fmla="*/ 0 h 514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315468" h="514350">
                  <a:moveTo>
                    <a:pt x="275006" y="0"/>
                  </a:moveTo>
                  <a:cubicBezTo>
                    <a:pt x="297637" y="0"/>
                    <a:pt x="315468" y="18516"/>
                    <a:pt x="315468" y="41148"/>
                  </a:cubicBezTo>
                  <a:lnTo>
                    <a:pt x="315468" y="340842"/>
                  </a:lnTo>
                  <a:cubicBezTo>
                    <a:pt x="315468" y="436169"/>
                    <a:pt x="239344" y="514350"/>
                    <a:pt x="146761" y="514350"/>
                  </a:cubicBezTo>
                  <a:cubicBezTo>
                    <a:pt x="97384" y="514350"/>
                    <a:pt x="51435" y="492404"/>
                    <a:pt x="19202" y="453999"/>
                  </a:cubicBezTo>
                  <a:cubicBezTo>
                    <a:pt x="4801" y="436854"/>
                    <a:pt x="6858" y="410794"/>
                    <a:pt x="23317" y="395706"/>
                  </a:cubicBezTo>
                  <a:cubicBezTo>
                    <a:pt x="39776" y="380619"/>
                    <a:pt x="65151" y="382676"/>
                    <a:pt x="79553" y="400507"/>
                  </a:cubicBezTo>
                  <a:cubicBezTo>
                    <a:pt x="96698" y="420395"/>
                    <a:pt x="121387" y="432054"/>
                    <a:pt x="146761" y="432054"/>
                  </a:cubicBezTo>
                  <a:cubicBezTo>
                    <a:pt x="195453" y="432054"/>
                    <a:pt x="235229" y="390906"/>
                    <a:pt x="235229" y="340842"/>
                  </a:cubicBezTo>
                  <a:lnTo>
                    <a:pt x="235229" y="312725"/>
                  </a:lnTo>
                  <a:cubicBezTo>
                    <a:pt x="212598" y="325755"/>
                    <a:pt x="185852" y="333984"/>
                    <a:pt x="157048" y="333984"/>
                  </a:cubicBezTo>
                  <a:cubicBezTo>
                    <a:pt x="70637" y="333984"/>
                    <a:pt x="0" y="258546"/>
                    <a:pt x="0" y="165278"/>
                  </a:cubicBezTo>
                  <a:lnTo>
                    <a:pt x="0" y="42519"/>
                  </a:lnTo>
                  <a:cubicBezTo>
                    <a:pt x="0" y="20574"/>
                    <a:pt x="17831" y="1371"/>
                    <a:pt x="39776" y="1371"/>
                  </a:cubicBezTo>
                  <a:cubicBezTo>
                    <a:pt x="61722" y="1371"/>
                    <a:pt x="79553" y="20574"/>
                    <a:pt x="79553" y="42519"/>
                  </a:cubicBezTo>
                  <a:lnTo>
                    <a:pt x="79553" y="165278"/>
                  </a:lnTo>
                  <a:cubicBezTo>
                    <a:pt x="79553" y="212598"/>
                    <a:pt x="114529" y="251688"/>
                    <a:pt x="157048" y="251688"/>
                  </a:cubicBezTo>
                  <a:cubicBezTo>
                    <a:pt x="200254" y="251688"/>
                    <a:pt x="235229" y="212598"/>
                    <a:pt x="235229" y="165278"/>
                  </a:cubicBezTo>
                  <a:lnTo>
                    <a:pt x="235229" y="41148"/>
                  </a:lnTo>
                  <a:cubicBezTo>
                    <a:pt x="235229" y="18516"/>
                    <a:pt x="253746" y="0"/>
                    <a:pt x="27500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C3C185E3-5190-8E50-9EE7-D2F78FCDBEB9}"/>
              </a:ext>
            </a:extLst>
          </p:cNvPr>
          <p:cNvGrpSpPr/>
          <p:nvPr/>
        </p:nvGrpSpPr>
        <p:grpSpPr>
          <a:xfrm>
            <a:off x="6327215" y="2208219"/>
            <a:ext cx="577601" cy="577601"/>
            <a:chOff x="6327215" y="2208219"/>
            <a:chExt cx="577601" cy="577601"/>
          </a:xfrm>
        </p:grpSpPr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E59A7248-E0A8-B9E3-DCC1-603FFB2B68CF}"/>
                </a:ext>
              </a:extLst>
            </p:cNvPr>
            <p:cNvSpPr/>
            <p:nvPr/>
          </p:nvSpPr>
          <p:spPr>
            <a:xfrm>
              <a:off x="6401920" y="2352497"/>
              <a:ext cx="460225" cy="433323"/>
            </a:xfrm>
            <a:custGeom>
              <a:avLst/>
              <a:gdLst>
                <a:gd name="csX0" fmla="*/ 440165 w 460225"/>
                <a:gd name="csY0" fmla="*/ 231 h 433323"/>
                <a:gd name="csX1" fmla="*/ 458621 w 460225"/>
                <a:gd name="csY1" fmla="*/ 1590 h 433323"/>
                <a:gd name="csX2" fmla="*/ 413329 w 460225"/>
                <a:gd name="csY2" fmla="*/ 173683 h 433323"/>
                <a:gd name="csX3" fmla="*/ 267838 w 460225"/>
                <a:gd name="csY3" fmla="*/ 220557 h 433323"/>
                <a:gd name="csX4" fmla="*/ 225357 w 460225"/>
                <a:gd name="csY4" fmla="*/ 270847 h 433323"/>
                <a:gd name="csX5" fmla="*/ 214781 w 460225"/>
                <a:gd name="csY5" fmla="*/ 316478 h 433323"/>
                <a:gd name="csX6" fmla="*/ 215879 w 460225"/>
                <a:gd name="csY6" fmla="*/ 373387 h 433323"/>
                <a:gd name="csX7" fmla="*/ 226046 w 460225"/>
                <a:gd name="csY7" fmla="*/ 370898 h 433323"/>
                <a:gd name="csX8" fmla="*/ 239229 w 460225"/>
                <a:gd name="csY8" fmla="*/ 370222 h 433323"/>
                <a:gd name="csX9" fmla="*/ 331031 w 460225"/>
                <a:gd name="csY9" fmla="*/ 406640 h 433323"/>
                <a:gd name="csX10" fmla="*/ 389634 w 460225"/>
                <a:gd name="csY10" fmla="*/ 425664 h 433323"/>
                <a:gd name="csX11" fmla="*/ 397437 w 460225"/>
                <a:gd name="csY11" fmla="*/ 433323 h 433323"/>
                <a:gd name="csX12" fmla="*/ 21564 w 460225"/>
                <a:gd name="csY12" fmla="*/ 433323 h 433323"/>
                <a:gd name="csX13" fmla="*/ 0 w 460225"/>
                <a:gd name="csY13" fmla="*/ 428970 h 433323"/>
                <a:gd name="csX14" fmla="*/ 392 w 460225"/>
                <a:gd name="csY14" fmla="*/ 428481 h 433323"/>
                <a:gd name="csX15" fmla="*/ 143836 w 460225"/>
                <a:gd name="csY15" fmla="*/ 409877 h 433323"/>
                <a:gd name="csX16" fmla="*/ 177441 w 460225"/>
                <a:gd name="csY16" fmla="*/ 385326 h 433323"/>
                <a:gd name="csX17" fmla="*/ 177441 w 460225"/>
                <a:gd name="csY17" fmla="*/ 316478 h 433323"/>
                <a:gd name="csX18" fmla="*/ 175903 w 460225"/>
                <a:gd name="csY18" fmla="*/ 299689 h 433323"/>
                <a:gd name="csX19" fmla="*/ 156391 w 460225"/>
                <a:gd name="csY19" fmla="*/ 263068 h 433323"/>
                <a:gd name="csX20" fmla="*/ 43216 w 460225"/>
                <a:gd name="csY20" fmla="*/ 224484 h 433323"/>
                <a:gd name="csX21" fmla="*/ 5919 w 460225"/>
                <a:gd name="csY21" fmla="*/ 82773 h 433323"/>
                <a:gd name="csX22" fmla="*/ 147646 w 460225"/>
                <a:gd name="csY22" fmla="*/ 120068 h 433323"/>
                <a:gd name="csX23" fmla="*/ 186187 w 460225"/>
                <a:gd name="csY23" fmla="*/ 242312 h 433323"/>
                <a:gd name="csX24" fmla="*/ 193862 w 460225"/>
                <a:gd name="csY24" fmla="*/ 252976 h 433323"/>
                <a:gd name="csX25" fmla="*/ 239683 w 460225"/>
                <a:gd name="csY25" fmla="*/ 195845 h 433323"/>
                <a:gd name="csX26" fmla="*/ 286471 w 460225"/>
                <a:gd name="csY26" fmla="*/ 46943 h 433323"/>
                <a:gd name="csX27" fmla="*/ 440165 w 460225"/>
                <a:gd name="csY27" fmla="*/ 231 h 4333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460225" h="433323">
                  <a:moveTo>
                    <a:pt x="440165" y="231"/>
                  </a:moveTo>
                  <a:cubicBezTo>
                    <a:pt x="451614" y="672"/>
                    <a:pt x="458621" y="1590"/>
                    <a:pt x="458621" y="1590"/>
                  </a:cubicBezTo>
                  <a:cubicBezTo>
                    <a:pt x="458621" y="1590"/>
                    <a:pt x="473388" y="113622"/>
                    <a:pt x="413329" y="173683"/>
                  </a:cubicBezTo>
                  <a:cubicBezTo>
                    <a:pt x="371595" y="215446"/>
                    <a:pt x="304724" y="221027"/>
                    <a:pt x="267838" y="220557"/>
                  </a:cubicBezTo>
                  <a:cubicBezTo>
                    <a:pt x="248605" y="232280"/>
                    <a:pt x="233699" y="249926"/>
                    <a:pt x="225357" y="270847"/>
                  </a:cubicBezTo>
                  <a:cubicBezTo>
                    <a:pt x="219021" y="285265"/>
                    <a:pt x="215435" y="300742"/>
                    <a:pt x="214781" y="316478"/>
                  </a:cubicBezTo>
                  <a:lnTo>
                    <a:pt x="215879" y="373387"/>
                  </a:lnTo>
                  <a:lnTo>
                    <a:pt x="226046" y="370898"/>
                  </a:lnTo>
                  <a:cubicBezTo>
                    <a:pt x="230440" y="370473"/>
                    <a:pt x="234834" y="370222"/>
                    <a:pt x="239229" y="370222"/>
                  </a:cubicBezTo>
                  <a:cubicBezTo>
                    <a:pt x="273352" y="370216"/>
                    <a:pt x="306192" y="383243"/>
                    <a:pt x="331031" y="406640"/>
                  </a:cubicBezTo>
                  <a:cubicBezTo>
                    <a:pt x="352058" y="408384"/>
                    <a:pt x="372064" y="415012"/>
                    <a:pt x="389634" y="425664"/>
                  </a:cubicBezTo>
                  <a:lnTo>
                    <a:pt x="397437" y="433323"/>
                  </a:lnTo>
                  <a:lnTo>
                    <a:pt x="21564" y="433323"/>
                  </a:lnTo>
                  <a:lnTo>
                    <a:pt x="0" y="428970"/>
                  </a:lnTo>
                  <a:lnTo>
                    <a:pt x="392" y="428481"/>
                  </a:lnTo>
                  <a:cubicBezTo>
                    <a:pt x="39325" y="395782"/>
                    <a:pt x="95126" y="386905"/>
                    <a:pt x="143836" y="409877"/>
                  </a:cubicBezTo>
                  <a:cubicBezTo>
                    <a:pt x="153686" y="399987"/>
                    <a:pt x="165025" y="391703"/>
                    <a:pt x="177441" y="385326"/>
                  </a:cubicBezTo>
                  <a:lnTo>
                    <a:pt x="177441" y="316478"/>
                  </a:lnTo>
                  <a:cubicBezTo>
                    <a:pt x="177694" y="310837"/>
                    <a:pt x="177177" y="305189"/>
                    <a:pt x="175903" y="299689"/>
                  </a:cubicBezTo>
                  <a:cubicBezTo>
                    <a:pt x="171751" y="286369"/>
                    <a:pt x="165131" y="273945"/>
                    <a:pt x="156391" y="263068"/>
                  </a:cubicBezTo>
                  <a:cubicBezTo>
                    <a:pt x="125131" y="262673"/>
                    <a:pt x="75208" y="256491"/>
                    <a:pt x="43216" y="224484"/>
                  </a:cubicBezTo>
                  <a:cubicBezTo>
                    <a:pt x="-6209" y="175059"/>
                    <a:pt x="5919" y="82773"/>
                    <a:pt x="5919" y="82773"/>
                  </a:cubicBezTo>
                  <a:cubicBezTo>
                    <a:pt x="5919" y="82773"/>
                    <a:pt x="98207" y="70629"/>
                    <a:pt x="147646" y="120068"/>
                  </a:cubicBezTo>
                  <a:cubicBezTo>
                    <a:pt x="182949" y="155371"/>
                    <a:pt x="186845" y="212530"/>
                    <a:pt x="186187" y="242312"/>
                  </a:cubicBezTo>
                  <a:cubicBezTo>
                    <a:pt x="188959" y="245706"/>
                    <a:pt x="191523" y="249268"/>
                    <a:pt x="193862" y="252976"/>
                  </a:cubicBezTo>
                  <a:cubicBezTo>
                    <a:pt x="203921" y="230279"/>
                    <a:pt x="219713" y="210590"/>
                    <a:pt x="239683" y="195845"/>
                  </a:cubicBezTo>
                  <a:cubicBezTo>
                    <a:pt x="238833" y="159809"/>
                    <a:pt x="243418" y="89994"/>
                    <a:pt x="286471" y="46943"/>
                  </a:cubicBezTo>
                  <a:cubicBezTo>
                    <a:pt x="331493" y="1897"/>
                    <a:pt x="405816" y="-1092"/>
                    <a:pt x="440165" y="231"/>
                  </a:cubicBezTo>
                  <a:close/>
                </a:path>
              </a:pathLst>
            </a:custGeom>
            <a:solidFill>
              <a:srgbClr val="4AC0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028F58FE-8B71-CB5A-40F5-FD791C5A3BB7}"/>
                </a:ext>
              </a:extLst>
            </p:cNvPr>
            <p:cNvSpPr/>
            <p:nvPr/>
          </p:nvSpPr>
          <p:spPr>
            <a:xfrm>
              <a:off x="6327215" y="2208219"/>
              <a:ext cx="577601" cy="577601"/>
            </a:xfrm>
            <a:custGeom>
              <a:avLst/>
              <a:gdLst>
                <a:gd name="csX0" fmla="*/ 96269 w 577601"/>
                <a:gd name="csY0" fmla="*/ 0 h 577601"/>
                <a:gd name="csX1" fmla="*/ 481332 w 577601"/>
                <a:gd name="csY1" fmla="*/ 0 h 577601"/>
                <a:gd name="csX2" fmla="*/ 577601 w 577601"/>
                <a:gd name="csY2" fmla="*/ 96269 h 577601"/>
                <a:gd name="csX3" fmla="*/ 577601 w 577601"/>
                <a:gd name="csY3" fmla="*/ 481332 h 577601"/>
                <a:gd name="csX4" fmla="*/ 481332 w 577601"/>
                <a:gd name="csY4" fmla="*/ 577601 h 577601"/>
                <a:gd name="csX5" fmla="*/ 472142 w 577601"/>
                <a:gd name="csY5" fmla="*/ 577601 h 577601"/>
                <a:gd name="csX6" fmla="*/ 464339 w 577601"/>
                <a:gd name="csY6" fmla="*/ 569942 h 577601"/>
                <a:gd name="csX7" fmla="*/ 405736 w 577601"/>
                <a:gd name="csY7" fmla="*/ 550918 h 577601"/>
                <a:gd name="csX8" fmla="*/ 313934 w 577601"/>
                <a:gd name="csY8" fmla="*/ 514500 h 577601"/>
                <a:gd name="csX9" fmla="*/ 300751 w 577601"/>
                <a:gd name="csY9" fmla="*/ 515176 h 577601"/>
                <a:gd name="csX10" fmla="*/ 290584 w 577601"/>
                <a:gd name="csY10" fmla="*/ 517665 h 577601"/>
                <a:gd name="csX11" fmla="*/ 289486 w 577601"/>
                <a:gd name="csY11" fmla="*/ 460756 h 577601"/>
                <a:gd name="csX12" fmla="*/ 300062 w 577601"/>
                <a:gd name="csY12" fmla="*/ 415125 h 577601"/>
                <a:gd name="csX13" fmla="*/ 342543 w 577601"/>
                <a:gd name="csY13" fmla="*/ 364835 h 577601"/>
                <a:gd name="csX14" fmla="*/ 488034 w 577601"/>
                <a:gd name="csY14" fmla="*/ 317961 h 577601"/>
                <a:gd name="csX15" fmla="*/ 533326 w 577601"/>
                <a:gd name="csY15" fmla="*/ 145868 h 577601"/>
                <a:gd name="csX16" fmla="*/ 514870 w 577601"/>
                <a:gd name="csY16" fmla="*/ 144509 h 577601"/>
                <a:gd name="csX17" fmla="*/ 361176 w 577601"/>
                <a:gd name="csY17" fmla="*/ 191221 h 577601"/>
                <a:gd name="csX18" fmla="*/ 314388 w 577601"/>
                <a:gd name="csY18" fmla="*/ 340123 h 577601"/>
                <a:gd name="csX19" fmla="*/ 268567 w 577601"/>
                <a:gd name="csY19" fmla="*/ 397254 h 577601"/>
                <a:gd name="csX20" fmla="*/ 260892 w 577601"/>
                <a:gd name="csY20" fmla="*/ 386590 h 577601"/>
                <a:gd name="csX21" fmla="*/ 222351 w 577601"/>
                <a:gd name="csY21" fmla="*/ 264346 h 577601"/>
                <a:gd name="csX22" fmla="*/ 80624 w 577601"/>
                <a:gd name="csY22" fmla="*/ 227051 h 577601"/>
                <a:gd name="csX23" fmla="*/ 117921 w 577601"/>
                <a:gd name="csY23" fmla="*/ 368762 h 577601"/>
                <a:gd name="csX24" fmla="*/ 231096 w 577601"/>
                <a:gd name="csY24" fmla="*/ 407346 h 577601"/>
                <a:gd name="csX25" fmla="*/ 250608 w 577601"/>
                <a:gd name="csY25" fmla="*/ 443967 h 577601"/>
                <a:gd name="csX26" fmla="*/ 252146 w 577601"/>
                <a:gd name="csY26" fmla="*/ 460756 h 577601"/>
                <a:gd name="csX27" fmla="*/ 252146 w 577601"/>
                <a:gd name="csY27" fmla="*/ 529604 h 577601"/>
                <a:gd name="csX28" fmla="*/ 218541 w 577601"/>
                <a:gd name="csY28" fmla="*/ 554155 h 577601"/>
                <a:gd name="csX29" fmla="*/ 75097 w 577601"/>
                <a:gd name="csY29" fmla="*/ 572759 h 577601"/>
                <a:gd name="csX30" fmla="*/ 74705 w 577601"/>
                <a:gd name="csY30" fmla="*/ 573248 h 577601"/>
                <a:gd name="csX31" fmla="*/ 58797 w 577601"/>
                <a:gd name="csY31" fmla="*/ 570036 h 577601"/>
                <a:gd name="csX32" fmla="*/ 0 w 577601"/>
                <a:gd name="csY32" fmla="*/ 481332 h 577601"/>
                <a:gd name="csX33" fmla="*/ 0 w 577601"/>
                <a:gd name="csY33" fmla="*/ 96269 h 577601"/>
                <a:gd name="csX34" fmla="*/ 96269 w 577601"/>
                <a:gd name="csY34" fmla="*/ 0 h 5776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577601" h="577601">
                  <a:moveTo>
                    <a:pt x="96269" y="0"/>
                  </a:moveTo>
                  <a:lnTo>
                    <a:pt x="481332" y="0"/>
                  </a:lnTo>
                  <a:cubicBezTo>
                    <a:pt x="534500" y="0"/>
                    <a:pt x="577601" y="43101"/>
                    <a:pt x="577601" y="96269"/>
                  </a:cubicBezTo>
                  <a:lnTo>
                    <a:pt x="577601" y="481332"/>
                  </a:lnTo>
                  <a:cubicBezTo>
                    <a:pt x="577601" y="534500"/>
                    <a:pt x="534500" y="577601"/>
                    <a:pt x="481332" y="577601"/>
                  </a:cubicBezTo>
                  <a:lnTo>
                    <a:pt x="472142" y="577601"/>
                  </a:lnTo>
                  <a:lnTo>
                    <a:pt x="464339" y="569942"/>
                  </a:lnTo>
                  <a:cubicBezTo>
                    <a:pt x="446769" y="559290"/>
                    <a:pt x="426763" y="552662"/>
                    <a:pt x="405736" y="550918"/>
                  </a:cubicBezTo>
                  <a:cubicBezTo>
                    <a:pt x="380897" y="527521"/>
                    <a:pt x="348057" y="514494"/>
                    <a:pt x="313934" y="514500"/>
                  </a:cubicBezTo>
                  <a:cubicBezTo>
                    <a:pt x="309539" y="514500"/>
                    <a:pt x="305145" y="514751"/>
                    <a:pt x="300751" y="515176"/>
                  </a:cubicBezTo>
                  <a:lnTo>
                    <a:pt x="290584" y="517665"/>
                  </a:lnTo>
                  <a:lnTo>
                    <a:pt x="289486" y="460756"/>
                  </a:lnTo>
                  <a:cubicBezTo>
                    <a:pt x="290140" y="445020"/>
                    <a:pt x="293726" y="429543"/>
                    <a:pt x="300062" y="415125"/>
                  </a:cubicBezTo>
                  <a:cubicBezTo>
                    <a:pt x="308404" y="394204"/>
                    <a:pt x="323310" y="376558"/>
                    <a:pt x="342543" y="364835"/>
                  </a:cubicBezTo>
                  <a:cubicBezTo>
                    <a:pt x="379429" y="365305"/>
                    <a:pt x="446300" y="359724"/>
                    <a:pt x="488034" y="317961"/>
                  </a:cubicBezTo>
                  <a:cubicBezTo>
                    <a:pt x="548093" y="257900"/>
                    <a:pt x="533326" y="145868"/>
                    <a:pt x="533326" y="145868"/>
                  </a:cubicBezTo>
                  <a:cubicBezTo>
                    <a:pt x="533326" y="145868"/>
                    <a:pt x="526319" y="144950"/>
                    <a:pt x="514870" y="144509"/>
                  </a:cubicBezTo>
                  <a:cubicBezTo>
                    <a:pt x="480521" y="143186"/>
                    <a:pt x="406198" y="146175"/>
                    <a:pt x="361176" y="191221"/>
                  </a:cubicBezTo>
                  <a:cubicBezTo>
                    <a:pt x="318123" y="234272"/>
                    <a:pt x="313538" y="304087"/>
                    <a:pt x="314388" y="340123"/>
                  </a:cubicBezTo>
                  <a:cubicBezTo>
                    <a:pt x="294418" y="354868"/>
                    <a:pt x="278626" y="374557"/>
                    <a:pt x="268567" y="397254"/>
                  </a:cubicBezTo>
                  <a:cubicBezTo>
                    <a:pt x="266228" y="393546"/>
                    <a:pt x="263664" y="389984"/>
                    <a:pt x="260892" y="386590"/>
                  </a:cubicBezTo>
                  <a:cubicBezTo>
                    <a:pt x="261550" y="356808"/>
                    <a:pt x="257654" y="299649"/>
                    <a:pt x="222351" y="264346"/>
                  </a:cubicBezTo>
                  <a:cubicBezTo>
                    <a:pt x="172912" y="214907"/>
                    <a:pt x="80624" y="227051"/>
                    <a:pt x="80624" y="227051"/>
                  </a:cubicBezTo>
                  <a:cubicBezTo>
                    <a:pt x="80624" y="227051"/>
                    <a:pt x="68496" y="319337"/>
                    <a:pt x="117921" y="368762"/>
                  </a:cubicBezTo>
                  <a:cubicBezTo>
                    <a:pt x="149913" y="400769"/>
                    <a:pt x="199836" y="406951"/>
                    <a:pt x="231096" y="407346"/>
                  </a:cubicBezTo>
                  <a:cubicBezTo>
                    <a:pt x="239836" y="418223"/>
                    <a:pt x="246456" y="430647"/>
                    <a:pt x="250608" y="443967"/>
                  </a:cubicBezTo>
                  <a:cubicBezTo>
                    <a:pt x="251882" y="449467"/>
                    <a:pt x="252399" y="455115"/>
                    <a:pt x="252146" y="460756"/>
                  </a:cubicBezTo>
                  <a:lnTo>
                    <a:pt x="252146" y="529604"/>
                  </a:lnTo>
                  <a:cubicBezTo>
                    <a:pt x="239730" y="535981"/>
                    <a:pt x="228391" y="544265"/>
                    <a:pt x="218541" y="554155"/>
                  </a:cubicBezTo>
                  <a:cubicBezTo>
                    <a:pt x="169831" y="531183"/>
                    <a:pt x="114030" y="540060"/>
                    <a:pt x="75097" y="572759"/>
                  </a:cubicBezTo>
                  <a:lnTo>
                    <a:pt x="74705" y="573248"/>
                  </a:lnTo>
                  <a:lnTo>
                    <a:pt x="58797" y="570036"/>
                  </a:lnTo>
                  <a:cubicBezTo>
                    <a:pt x="24245" y="555421"/>
                    <a:pt x="0" y="521208"/>
                    <a:pt x="0" y="481332"/>
                  </a:cubicBezTo>
                  <a:lnTo>
                    <a:pt x="0" y="96269"/>
                  </a:lnTo>
                  <a:cubicBezTo>
                    <a:pt x="0" y="43101"/>
                    <a:pt x="43101" y="0"/>
                    <a:pt x="96269" y="0"/>
                  </a:cubicBezTo>
                  <a:close/>
                </a:path>
              </a:pathLst>
            </a:custGeom>
            <a:solidFill>
              <a:srgbClr val="C9FF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L"/>
            </a:p>
          </p:txBody>
        </p:sp>
      </p:grpSp>
      <p:pic>
        <p:nvPicPr>
          <p:cNvPr id="73" name="Imagen 72">
            <a:extLst>
              <a:ext uri="{FF2B5EF4-FFF2-40B4-BE49-F238E27FC236}">
                <a16:creationId xmlns:a16="http://schemas.microsoft.com/office/drawing/2014/main" id="{7928809E-83E7-F4A4-E2B2-2D942B60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731387"/>
            <a:ext cx="571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39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Mejias Caviedes (Alumno)</dc:creator>
  <cp:lastModifiedBy>Marcelo Mejias Caviedes (Alumno)</cp:lastModifiedBy>
  <cp:revision>3</cp:revision>
  <dcterms:created xsi:type="dcterms:W3CDTF">2025-11-25T18:44:29Z</dcterms:created>
  <dcterms:modified xsi:type="dcterms:W3CDTF">2025-11-25T23:02:18Z</dcterms:modified>
</cp:coreProperties>
</file>